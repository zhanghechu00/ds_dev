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Agent 优化方法全景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000">
                <a:solidFill>
                  <a:srgbClr val="C8C8C8"/>
                </a:solidFill>
                <a:latin typeface="Microsoft YaHei"/>
              </a:defRPr>
            </a:pPr>
            <a:r>
              <a:t>基于项目脚本风格自动生成</a:t>
            </a:r>
            <a:br/>
            <a:r>
              <a:t>（内容来自 Markdown 文档）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1. 记忆系统 (Memory Systems)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子主题：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短期记忆 (Short-term Memory)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长期记忆 (Long-term Memory)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结构化记忆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代码示例：本节包含 3 处代码块（后续页展示）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1. 记忆系统 (Memory Systems)：代码示例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t>```python</a:t>
            </a:r>
            <a:br/>
            <a:r>
              <a:t>from langchain.memory import ConversationBufferMemory</a:t>
            </a:r>
            <a:br/>
            <a:br/>
            <a:r>
              <a:t># 简单对话缓存</a:t>
            </a:r>
            <a:br/>
            <a:r>
              <a:t>memory = ConversationBufferMemory(</a:t>
            </a:r>
            <a:br/>
            <a:r>
              <a:t>    memory_key="chat_history",</a:t>
            </a:r>
            <a:br/>
            <a:r>
              <a:t>    return_messages=True</a:t>
            </a:r>
            <a:br/>
            <a:r>
              <a:t>)</a:t>
            </a:r>
            <a:br/>
            <a:br/>
            <a:r>
              <a:t># 滑动窗口记忆（只保留最近N轮对话）</a:t>
            </a:r>
            <a:br/>
            <a:r>
              <a:t>from langchain.memory import ConversationBufferWindowMemory</a:t>
            </a:r>
            <a:br/>
            <a:br/>
            <a:r>
              <a:t>window_memory = ConversationBufferWindowMemory(k=5)  # 保留最近5轮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1. 记忆系统 (Memory Systems)：代码示例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t>```python</a:t>
            </a:r>
            <a:br/>
            <a:r>
              <a:t>from langchain.memory import VectorStoreRetrieverMemory</a:t>
            </a:r>
            <a:br/>
            <a:r>
              <a:t>from langchain.vectorstores import FAISS</a:t>
            </a:r>
            <a:br/>
            <a:br/>
            <a:r>
              <a:t># 基于向量的长期记忆</a:t>
            </a:r>
            <a:br/>
            <a:r>
              <a:t>embeddings = OpenAIEmbeddings()</a:t>
            </a:r>
            <a:br/>
            <a:r>
              <a:t>vectorstore = FAISS.from_texts([], embeddings)</a:t>
            </a:r>
            <a:br/>
            <a:br/>
            <a:r>
              <a:t>long_term_memory = VectorStoreRetrieverMemory(</a:t>
            </a:r>
            <a:br/>
            <a:r>
              <a:t>    retriever=vectorstore.as_retriever(search_kwargs={"k": 3}),</a:t>
            </a:r>
            <a:br/>
            <a:r>
              <a:t>    memory_key="history"</a:t>
            </a:r>
            <a:br/>
            <a:r>
              <a:t>)</a:t>
            </a:r>
            <a:br/>
            <a:br/>
            <a:r>
              <a:t># Agent会从历史对话中检索相关信息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1. 记忆系统 (Memory Systems)：代码示例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t>```python</a:t>
            </a:r>
            <a:br/>
            <a:r>
              <a:t>class StructuredMemory:</a:t>
            </a:r>
            <a:br/>
            <a:r>
              <a:t>    """分类存储不同类型的信息"""</a:t>
            </a:r>
            <a:br/>
            <a:r>
              <a:t>    </a:t>
            </a:r>
            <a:br/>
            <a:r>
              <a:t>    def __init__(self):</a:t>
            </a:r>
            <a:br/>
            <a:r>
              <a:t>        self.user_profile = {}      # 用户信息</a:t>
            </a:r>
            <a:br/>
            <a:r>
              <a:t>        self.task_history = []      # 任务历史</a:t>
            </a:r>
            <a:br/>
            <a:r>
              <a:t>        self.learned_facts = {}     # 学到的事实</a:t>
            </a:r>
            <a:br/>
            <a:r>
              <a:t>        self.preferences = {}       # 用户偏好</a:t>
            </a:r>
            <a:br/>
            <a:r>
              <a:t>    </a:t>
            </a:r>
            <a:br/>
            <a:r>
              <a:t>    def update_user_profile(self, key, value):</a:t>
            </a:r>
            <a:br/>
            <a:r>
              <a:t>        self.user_profile[key] = value</a:t>
            </a:r>
            <a:br/>
            <a:r>
              <a:t>    </a:t>
            </a:r>
            <a:br/>
            <a:r>
              <a:t>    def add_task(self, task):</a:t>
            </a:r>
            <a:br/>
            <a:r>
              <a:t>        self.task_history.append({</a:t>
            </a:r>
            <a:br/>
            <a:r>
              <a:t>            "task": task,</a:t>
            </a:r>
            <a:br/>
            <a:r>
              <a:t>            "timestamp": datetime.now(),</a:t>
            </a:r>
            <a:br/>
            <a:r>
              <a:t>            "status": "completed"</a:t>
            </a:r>
            <a:br/>
            <a:r>
              <a:t>        })</a:t>
            </a:r>
            <a:br/>
            <a:r>
              <a:t>    </a:t>
            </a:r>
            <a:br/>
            <a:r>
              <a:t>    def learn_fact(self, category, fact):</a:t>
            </a:r>
            <a:br/>
            <a:r>
              <a:t>        if category not in self.learned_facts:</a:t>
            </a:r>
            <a:br/>
            <a:r>
              <a:t>            self.learned_facts[category] = []</a:t>
            </a:r>
            <a:br/>
            <a:r>
              <a:t>        self.learned_facts[category].append(fact)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2. 反思机制 (Reflection)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让 Agent 能够评估和改进自己的输出。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子主题：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Reflexion 架构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代码示例：本节包含 2 处代码块（后续页展示）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2. 反思机制 (Reflection)：代码示例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t>```python</a:t>
            </a:r>
            <a:br/>
            <a:r>
              <a:t>class ReflectiveAgent:</a:t>
            </a:r>
            <a:br/>
            <a:r>
              <a:t>    """具有反思能力的Agent"""</a:t>
            </a:r>
            <a:br/>
            <a:r>
              <a:t>    </a:t>
            </a:r>
            <a:br/>
            <a:r>
              <a:t>    def __init__(self, llm):</a:t>
            </a:r>
            <a:br/>
            <a:r>
              <a:t>        self.llm = llm</a:t>
            </a:r>
            <a:br/>
            <a:r>
              <a:t>        self.reflection_history = []</a:t>
            </a:r>
            <a:br/>
            <a:r>
              <a:t>    </a:t>
            </a:r>
            <a:br/>
            <a:r>
              <a:t>    def execute_with_reflection(self, task: str, max_iterations: int = 3):</a:t>
            </a:r>
            <a:br/>
            <a:r>
              <a:t>        """执行任务并进行反思改进"""</a:t>
            </a:r>
            <a:br/>
            <a:r>
              <a:t>        </a:t>
            </a:r>
            <a:br/>
            <a:r>
              <a:t>        current_output = None</a:t>
            </a:r>
            <a:br/>
            <a:r>
              <a:t>        </a:t>
            </a:r>
            <a:br/>
            <a:r>
              <a:t>        for i in range(max_iterations):</a:t>
            </a:r>
            <a:br/>
            <a:r>
              <a:t>            # 1. 执行任务</a:t>
            </a:r>
            <a:br/>
            <a:r>
              <a:t>            if i == 0:</a:t>
            </a:r>
            <a:br/>
            <a:r>
              <a:t>                current_output = self.llm.predict(f"任务：{task}")</a:t>
            </a:r>
            <a:br/>
            <a:r>
              <a:t>            else:</a:t>
            </a:r>
            <a:br/>
            <a:r>
              <a:t>                # 基于反思改进</a:t>
            </a:r>
            <a:br/>
            <a:r>
              <a:t>                current_output = self.llm.predict(</a:t>
            </a:r>
            <a:br/>
            <a:r>
              <a:t>                    f"任务：{task}\n"</a:t>
            </a:r>
            <a:br/>
            <a:r>
              <a:t>                    f"上一次输出：{current_output}\n"</a:t>
            </a:r>
            <a:br/>
            <a:r>
              <a:t>                    f"反思意见：{reflection}\n"</a:t>
            </a:r>
            <a:br/>
            <a:r>
              <a:t>                    f"请改进输出"</a:t>
            </a:r>
            <a:br/>
            <a:r>
              <a:t>                )</a:t>
            </a:r>
            <a:br/>
            <a:r>
              <a:t>            </a:t>
            </a:r>
            <a:br/>
            <a:r>
              <a:t>            # 2. 反思评估</a:t>
            </a:r>
            <a:br/>
            <a:r>
              <a:t>            reflection = self.reflect(task, current_output)</a:t>
            </a:r>
            <a:br/>
            <a:r>
              <a:t>            </a:t>
            </a:r>
            <a:br/>
            <a:r>
              <a:t>            self.reflection_history.append({</a:t>
            </a:r>
            <a:br/>
            <a:r>
              <a:t>                "iteration": i,</a:t>
            </a:r>
            <a:br/>
            <a:r>
              <a:t>                "output": current_output,</a:t>
            </a:r>
            <a:br/>
            <a:r>
              <a:t>                "reflection": reflection</a:t>
            </a:r>
            <a:br/>
            <a:r>
              <a:t>            })</a:t>
            </a:r>
            <a:br/>
            <a:r>
              <a:t>            </a:t>
            </a:r>
            <a:br/>
            <a:r>
              <a:t>            # 3. 判断是否满意</a:t>
            </a:r>
            <a:br/>
            <a:r>
              <a:t>            if self.is_satisfactory(reflection):</a:t>
            </a:r>
            <a:br/>
            <a:r>
              <a:t>                break</a:t>
            </a:r>
            <a:br/>
            <a:r>
              <a:t>        </a:t>
            </a:r>
            <a:br/>
            <a:r>
              <a:t>        return current_output</a:t>
            </a:r>
            <a:br/>
            <a:r>
              <a:t>    </a:t>
            </a:r>
            <a:br/>
            <a:r>
              <a:t>    def reflect(self, task: str, output: str) -&gt; str:</a:t>
            </a:r>
            <a:br/>
            <a:r>
              <a:t>        """对输出进行反思"""</a:t>
            </a:r>
            <a:br/>
            <a:r>
              <a:t>        prompt = f"""</a:t>
            </a:r>
            <a:br/>
            <a:r>
              <a:t>        任务：{task}</a:t>
            </a:r>
            <a:br/>
            <a:r>
              <a:t>        输出：{output}</a:t>
            </a:r>
            <a:br/>
            <a:r>
              <a:t>        </a:t>
            </a:r>
            <a:br/>
            <a:r>
              <a:t>        请从以下角度评估输出质量：</a:t>
            </a:r>
            <a:br/>
            <a:r>
              <a:t>        1. 是否完整回答了问题</a:t>
            </a:r>
            <a:br/>
            <a:r>
              <a:t>        2. 逻辑是否清晰</a:t>
            </a:r>
            <a:br/>
            <a:r>
              <a:t>        3. 有无事实错误</a:t>
            </a:r>
            <a:br/>
            <a:r>
              <a:t>        4. 是否可以改进</a:t>
            </a:r>
            <a:br/>
            <a:r>
              <a:t>        </a:t>
            </a:r>
            <a:br/>
            <a:r>
              <a:t>        提供具体的改进建议。</a:t>
            </a:r>
            <a:br/>
            <a:r>
              <a:t>        """</a:t>
            </a:r>
            <a:br/>
            <a:r>
              <a:t>        return self.llm.predict(prompt)</a:t>
            </a:r>
            <a:br/>
            <a:r>
              <a:t>    </a:t>
            </a:r>
            <a:br/>
            <a:r>
              <a:t>    def is_satisfactory(self, reflection: str) -&gt; bool:</a:t>
            </a:r>
            <a:br/>
            <a:r>
              <a:t>        """判断输出是否令人满意"""</a:t>
            </a:r>
            <a:br/>
            <a:r>
              <a:t>        return "无需改进" in reflection or "质量良好" in reflection</a:t>
            </a:r>
            <a:br/>
            <a:r>
              <a:t>...（已截断，全文见 Markdown）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2. 反思机制 (Reflection)：代码示例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t>```python</a:t>
            </a:r>
            <a:br/>
            <a:r>
              <a:t>from typing import List, Dict</a:t>
            </a:r>
            <a:br/>
            <a:br/>
            <a:r>
              <a:t>class ReflexionAgent:</a:t>
            </a:r>
            <a:br/>
            <a:r>
              <a:t>    """实现 Reflexion 论文中的方法"""</a:t>
            </a:r>
            <a:br/>
            <a:r>
              <a:t>    </a:t>
            </a:r>
            <a:br/>
            <a:r>
              <a:t>    def __init__(self, llm, evaluator):</a:t>
            </a:r>
            <a:br/>
            <a:r>
              <a:t>        self.llm = llm</a:t>
            </a:r>
            <a:br/>
            <a:r>
              <a:t>        self.evaluator = evaluator</a:t>
            </a:r>
            <a:br/>
            <a:r>
              <a:t>        self.episodic_memory = []</a:t>
            </a:r>
            <a:br/>
            <a:r>
              <a:t>    </a:t>
            </a:r>
            <a:br/>
            <a:r>
              <a:t>    def solve_task(self, task: str, max_trials: int = 3) -&gt; str:</a:t>
            </a:r>
            <a:br/>
            <a:r>
              <a:t>        """通过试错和反思解决任务"""</a:t>
            </a:r>
            <a:br/>
            <a:r>
              <a:t>        </a:t>
            </a:r>
            <a:br/>
            <a:r>
              <a:t>        for trial in range(max_trials):</a:t>
            </a:r>
            <a:br/>
            <a:r>
              <a:t>            # 1. 生成解决方案</a:t>
            </a:r>
            <a:br/>
            <a:r>
              <a:t>            trajectory = self.generate_trajectory(task)</a:t>
            </a:r>
            <a:br/>
            <a:r>
              <a:t>            </a:t>
            </a:r>
            <a:br/>
            <a:r>
              <a:t>            # 2. 评估结果</a:t>
            </a:r>
            <a:br/>
            <a:r>
              <a:t>            score, feedback = self.evaluator.evaluate(trajectory)</a:t>
            </a:r>
            <a:br/>
            <a:r>
              <a:t>            </a:t>
            </a:r>
            <a:br/>
            <a:r>
              <a:t>            # 3. 如果成功，返回</a:t>
            </a:r>
            <a:br/>
            <a:r>
              <a:t>            if score &gt;= 0.8:</a:t>
            </a:r>
            <a:br/>
            <a:r>
              <a:t>                return trajectory[-1]["action"]</a:t>
            </a:r>
            <a:br/>
            <a:r>
              <a:t>            </a:t>
            </a:r>
            <a:br/>
            <a:r>
              <a:t>            # 4. 生成反思</a:t>
            </a:r>
            <a:br/>
            <a:r>
              <a:t>            reflection = self.generate_reflection(</a:t>
            </a:r>
            <a:br/>
            <a:r>
              <a:t>                task, trajectory, score, feedback</a:t>
            </a:r>
            <a:br/>
            <a:r>
              <a:t>            )</a:t>
            </a:r>
            <a:br/>
            <a:r>
              <a:t>            </a:t>
            </a:r>
            <a:br/>
            <a:r>
              <a:t>            # 5. 存入记忆</a:t>
            </a:r>
            <a:br/>
            <a:r>
              <a:t>            self.episodic_memory.append({</a:t>
            </a:r>
            <a:br/>
            <a:r>
              <a:t>                "task": task,</a:t>
            </a:r>
            <a:br/>
            <a:r>
              <a:t>                "trial": trial,</a:t>
            </a:r>
            <a:br/>
            <a:r>
              <a:t>                "trajectory": trajectory,</a:t>
            </a:r>
            <a:br/>
            <a:r>
              <a:t>                "reflection": reflection,</a:t>
            </a:r>
            <a:br/>
            <a:r>
              <a:t>                "score": score</a:t>
            </a:r>
            <a:br/>
            <a:r>
              <a:t>            })</a:t>
            </a:r>
            <a:br/>
            <a:r>
              <a:t>        </a:t>
            </a:r>
            <a:br/>
            <a:r>
              <a:t>        return "任务失败"</a:t>
            </a:r>
            <a:br/>
            <a:r>
              <a:t>    </a:t>
            </a:r>
            <a:br/>
            <a:r>
              <a:t>    def generate_trajectory(self, task: str) -&gt; List[Dict]:</a:t>
            </a:r>
            <a:br/>
            <a:r>
              <a:t>        """生成行动轨迹，利用过往反思"""</a:t>
            </a:r>
            <a:br/>
            <a:r>
              <a:t>        </a:t>
            </a:r>
            <a:br/>
            <a:r>
              <a:t>        # 检索相关的历史反思</a:t>
            </a:r>
            <a:br/>
            <a:r>
              <a:t>        relevant_reflections = self.retrieve_reflections(task)</a:t>
            </a:r>
            <a:br/>
            <a:r>
              <a:t>        </a:t>
            </a:r>
            <a:br/>
            <a:r>
              <a:t>        prompt = f"""</a:t>
            </a:r>
            <a:br/>
            <a:r>
              <a:t>        任务：{task}</a:t>
            </a:r>
            <a:br/>
            <a:r>
              <a:t>        </a:t>
            </a:r>
            <a:br/>
            <a:r>
              <a:t>        过往经验教训：</a:t>
            </a:r>
            <a:br/>
            <a:r>
              <a:t>        {relevant_reflections}</a:t>
            </a:r>
            <a:br/>
            <a:r>
              <a:t>        </a:t>
            </a:r>
            <a:br/>
            <a:r>
              <a:t>        请一步步解决任务。</a:t>
            </a:r>
            <a:br/>
            <a:r>
              <a:t>        """</a:t>
            </a:r>
            <a:br/>
            <a:r>
              <a:t>        </a:t>
            </a:r>
            <a:br/>
            <a:r>
              <a:t>        # 生成步骤序列</a:t>
            </a:r>
            <a:br/>
            <a:r>
              <a:t>        return self.llm.generate_steps(prompt)</a:t>
            </a:r>
            <a:br/>
            <a:r>
              <a:t>    </a:t>
            </a:r>
            <a:br/>
            <a:r>
              <a:t>    def generate_reflection(self, task, trajectory, score, feedback):</a:t>
            </a:r>
            <a:br/>
            <a:r>
              <a:t>...（已截断，全文见 Markdown）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3. 规划能力 (Planning)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子主题：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分层规划 (Hierarchical Planning)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Plan-and-Execute 模式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代码示例：本节包含 2 处代码块（后续页展示）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3. 规划能力 (Planning)：代码示例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t>```python</a:t>
            </a:r>
            <a:br/>
            <a:r>
              <a:t>class HierarchicalPlanner:</a:t>
            </a:r>
            <a:br/>
            <a:r>
              <a:t>    """分层任务规划"""</a:t>
            </a:r>
            <a:br/>
            <a:r>
              <a:t>    </a:t>
            </a:r>
            <a:br/>
            <a:r>
              <a:t>    def __init__(self, llm):</a:t>
            </a:r>
            <a:br/>
            <a:r>
              <a:t>        self.llm = llm</a:t>
            </a:r>
            <a:br/>
            <a:r>
              <a:t>    </a:t>
            </a:r>
            <a:br/>
            <a:r>
              <a:t>    def plan(self, goal: str) -&gt; Dict:</a:t>
            </a:r>
            <a:br/>
            <a:r>
              <a:t>        """将大目标分解为子任务"""</a:t>
            </a:r>
            <a:br/>
            <a:r>
              <a:t>        </a:t>
            </a:r>
            <a:br/>
            <a:r>
              <a:t>        # 高层规划</a:t>
            </a:r>
            <a:br/>
            <a:r>
              <a:t>        high_level_plan = self.llm.predict(f"""</a:t>
            </a:r>
            <a:br/>
            <a:r>
              <a:t>        目标：{goal}</a:t>
            </a:r>
            <a:br/>
            <a:r>
              <a:t>        </a:t>
            </a:r>
            <a:br/>
            <a:r>
              <a:t>        请将此目标分解为3-5个主要步骤（高层计划）。</a:t>
            </a:r>
            <a:br/>
            <a:r>
              <a:t>        """)</a:t>
            </a:r>
            <a:br/>
            <a:r>
              <a:t>        </a:t>
            </a:r>
            <a:br/>
            <a:r>
              <a:t>        # 细化每个步骤</a:t>
            </a:r>
            <a:br/>
            <a:r>
              <a:t>        detailed_plan = {}</a:t>
            </a:r>
            <a:br/>
            <a:r>
              <a:t>        for step in parse_steps(high_level_plan):</a:t>
            </a:r>
            <a:br/>
            <a:r>
              <a:t>            detailed_plan[step] = self.llm.predict(f"""</a:t>
            </a:r>
            <a:br/>
            <a:r>
              <a:t>            步骤：{step}</a:t>
            </a:r>
            <a:br/>
            <a:r>
              <a:t>            </a:t>
            </a:r>
            <a:br/>
            <a:r>
              <a:t>            请将此步骤细化为具体的子任务列表。</a:t>
            </a:r>
            <a:br/>
            <a:r>
              <a:t>            """)</a:t>
            </a:r>
            <a:br/>
            <a:r>
              <a:t>        </a:t>
            </a:r>
            <a:br/>
            <a:r>
              <a:t>        return {</a:t>
            </a:r>
            <a:br/>
            <a:r>
              <a:t>            "high_level": high_level_plan,</a:t>
            </a:r>
            <a:br/>
            <a:r>
              <a:t>            "detailed": detailed_plan</a:t>
            </a:r>
            <a:br/>
            <a:r>
              <a:t>        }</a:t>
            </a:r>
            <a:br/>
            <a:r>
              <a:t>    </a:t>
            </a:r>
            <a:br/>
            <a:r>
              <a:t>    def execute_plan(self, plan: Dict):</a:t>
            </a:r>
            <a:br/>
            <a:r>
              <a:t>        """按计划执行"""</a:t>
            </a:r>
            <a:br/>
            <a:r>
              <a:t>        results = []</a:t>
            </a:r>
            <a:br/>
            <a:r>
              <a:t>        </a:t>
            </a:r>
            <a:br/>
            <a:r>
              <a:t>        for step, subtasks in plan["detailed"].items():</a:t>
            </a:r>
            <a:br/>
            <a:r>
              <a:t>            print(f"执行步骤: {step}")</a:t>
            </a:r>
            <a:br/>
            <a:r>
              <a:t>            </a:t>
            </a:r>
            <a:br/>
            <a:r>
              <a:t>            for subtask in subtasks:</a:t>
            </a:r>
            <a:br/>
            <a:r>
              <a:t>                result = self.execute_subtask(subtask)</a:t>
            </a:r>
            <a:br/>
            <a:r>
              <a:t>                results.append(result)</a:t>
            </a:r>
            <a:br/>
            <a:r>
              <a:t>                </a:t>
            </a:r>
            <a:br/>
            <a:r>
              <a:t>                # 动态调整：如果子任务失败，重新规划</a:t>
            </a:r>
            <a:br/>
            <a:r>
              <a:t>                if not result.success:</a:t>
            </a:r>
            <a:br/>
            <a:r>
              <a:t>                    new_plan = self.replan(step, result.error)</a:t>
            </a:r>
            <a:br/>
            <a:r>
              <a:t>                    results.extend(self.execute_plan(new_plan))</a:t>
            </a:r>
            <a:br/>
            <a:r>
              <a:t>        </a:t>
            </a:r>
            <a:br/>
            <a:r>
              <a:t>        return results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3. 规划能力 (Planning)：代码示例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t>```python</a:t>
            </a:r>
            <a:br/>
            <a:r>
              <a:t>from langchain.experimental.plan_and_execute import (</a:t>
            </a:r>
            <a:br/>
            <a:r>
              <a:t>    PlanAndExecute,</a:t>
            </a:r>
            <a:br/>
            <a:r>
              <a:t>    load_agent_executor,</a:t>
            </a:r>
            <a:br/>
            <a:r>
              <a:t>    load_chat_planner</a:t>
            </a:r>
            <a:br/>
            <a:r>
              <a:t>)</a:t>
            </a:r>
            <a:br/>
            <a:br/>
            <a:r>
              <a:t># 1. 创建规划器</a:t>
            </a:r>
            <a:br/>
            <a:r>
              <a:t>planner = load_chat_planner(llm)</a:t>
            </a:r>
            <a:br/>
            <a:br/>
            <a:r>
              <a:t># 2. 创建执行器</a:t>
            </a:r>
            <a:br/>
            <a:r>
              <a:t>executor = load_agent_executor(llm, tools, verbose=True)</a:t>
            </a:r>
            <a:br/>
            <a:br/>
            <a:r>
              <a:t># 3. 组合</a:t>
            </a:r>
            <a:br/>
            <a:r>
              <a:t>agent = PlanAndExecute(</a:t>
            </a:r>
            <a:br/>
            <a:r>
              <a:t>    planner=planner,</a:t>
            </a:r>
            <a:br/>
            <a:r>
              <a:t>    executor=executor,</a:t>
            </a:r>
            <a:br/>
            <a:r>
              <a:t>    verbose=True</a:t>
            </a:r>
            <a:br/>
            <a:r>
              <a:t>)</a:t>
            </a:r>
            <a:br/>
            <a:br/>
            <a:r>
              <a:t># 使用</a:t>
            </a:r>
            <a:br/>
            <a:r>
              <a:t>agent.run("帮我研究竞争对手的产品定价策略，并生成报告")</a:t>
            </a:r>
            <a:br/>
            <a:br/>
            <a:r>
              <a:t># Agent会：</a:t>
            </a:r>
            <a:br/>
            <a:r>
              <a:t># 1. 先制定计划（搜索竞品 → 收集价格 → 分析对比 → 生成报告）</a:t>
            </a:r>
            <a:br/>
            <a:r>
              <a:t># 2. 逐步执行每个步骤</a:t>
            </a:r>
            <a:br/>
            <a:r>
              <a:t># 3. 根据执行结果动态调整后续计划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4. 工具使用优化 (Tool Use Enhancement)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子主题：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工具选择优化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工具组合 (Tool Composition)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代码示例：本节包含 2 处代码块（后续页展示）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4. 工具使用优化 (Tool Use Enhancement)：代码示例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t>```python</a:t>
            </a:r>
            <a:br/>
            <a:r>
              <a:t>class SmartToolSelector:</a:t>
            </a:r>
            <a:br/>
            <a:r>
              <a:t>    """智能工具选择器"""</a:t>
            </a:r>
            <a:br/>
            <a:r>
              <a:t>    </a:t>
            </a:r>
            <a:br/>
            <a:r>
              <a:t>    def __init__(self, llm, tools):</a:t>
            </a:r>
            <a:br/>
            <a:r>
              <a:t>        self.llm = llm</a:t>
            </a:r>
            <a:br/>
            <a:r>
              <a:t>        self.tools = tools</a:t>
            </a:r>
            <a:br/>
            <a:r>
              <a:t>        self.tool_usage_stats = {}  # 工具使用统计</a:t>
            </a:r>
            <a:br/>
            <a:r>
              <a:t>    </a:t>
            </a:r>
            <a:br/>
            <a:r>
              <a:t>    def select_tool(self, task: str, context: str) -&gt; str:</a:t>
            </a:r>
            <a:br/>
            <a:r>
              <a:t>        """基于任务和历史选择最佳工具"""</a:t>
            </a:r>
            <a:br/>
            <a:r>
              <a:t>        </a:t>
            </a:r>
            <a:br/>
            <a:r>
              <a:t>        # 获取工具使用历史</a:t>
            </a:r>
            <a:br/>
            <a:r>
              <a:t>        tool_performance = self.get_tool_performance(task)</a:t>
            </a:r>
            <a:br/>
            <a:r>
              <a:t>        </a:t>
            </a:r>
            <a:br/>
            <a:r>
              <a:t>        prompt = f"""</a:t>
            </a:r>
            <a:br/>
            <a:r>
              <a:t>        任务：{task}</a:t>
            </a:r>
            <a:br/>
            <a:r>
              <a:t>        上下文：{context}</a:t>
            </a:r>
            <a:br/>
            <a:r>
              <a:t>        </a:t>
            </a:r>
            <a:br/>
            <a:r>
              <a:t>        可用工具：</a:t>
            </a:r>
            <a:br/>
            <a:r>
              <a:t>        {self.format_tools_with_stats(tool_performance)}</a:t>
            </a:r>
            <a:br/>
            <a:r>
              <a:t>        </a:t>
            </a:r>
            <a:br/>
            <a:r>
              <a:t>        根据任务类型和工具历史表现，选择最合适的工具。</a:t>
            </a:r>
            <a:br/>
            <a:r>
              <a:t>        """</a:t>
            </a:r>
            <a:br/>
            <a:r>
              <a:t>        </a:t>
            </a:r>
            <a:br/>
            <a:r>
              <a:t>        selected_tool = self.llm.predict(prompt)</a:t>
            </a:r>
            <a:br/>
            <a:r>
              <a:t>        return selected_tool</a:t>
            </a:r>
            <a:br/>
            <a:r>
              <a:t>    </a:t>
            </a:r>
            <a:br/>
            <a:r>
              <a:t>    def record_usage(self, tool_name: str, success: bool, latency: float):</a:t>
            </a:r>
            <a:br/>
            <a:r>
              <a:t>        """记录工具使用情况"""</a:t>
            </a:r>
            <a:br/>
            <a:r>
              <a:t>        if tool_name not in self.tool_usage_stats:</a:t>
            </a:r>
            <a:br/>
            <a:r>
              <a:t>            self.tool_usage_stats[tool_name] = {</a:t>
            </a:r>
            <a:br/>
            <a:r>
              <a:t>                "count": 0,</a:t>
            </a:r>
            <a:br/>
            <a:r>
              <a:t>                "success_count": 0,</a:t>
            </a:r>
            <a:br/>
            <a:r>
              <a:t>                "avg_latency": 0</a:t>
            </a:r>
            <a:br/>
            <a:r>
              <a:t>            }</a:t>
            </a:r>
            <a:br/>
            <a:r>
              <a:t>        </a:t>
            </a:r>
            <a:br/>
            <a:r>
              <a:t>        stats = self.tool_usage_stats[tool_name]</a:t>
            </a:r>
            <a:br/>
            <a:r>
              <a:t>        stats["count"] += 1</a:t>
            </a:r>
            <a:br/>
            <a:r>
              <a:t>        if success:</a:t>
            </a:r>
            <a:br/>
            <a:r>
              <a:t>            stats["success_count"] += 1</a:t>
            </a:r>
            <a:br/>
            <a:r>
              <a:t>        stats["avg_latency"] = (</a:t>
            </a:r>
            <a:br/>
            <a:r>
              <a:t>            (stats["avg_latency"] * (stats["count"] - 1) + latency) </a:t>
            </a:r>
            <a:br/>
            <a:r>
              <a:t>            / stats["count"]</a:t>
            </a:r>
            <a:br/>
            <a:r>
              <a:t>        )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4. 工具使用优化 (Tool Use Enhancement)：代码示例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t>```python</a:t>
            </a:r>
            <a:br/>
            <a:r>
              <a:t>class CompositeToolAgent:</a:t>
            </a:r>
            <a:br/>
            <a:r>
              <a:t>    """能够组合多个工具完成复杂任务"""</a:t>
            </a:r>
            <a:br/>
            <a:r>
              <a:t>    </a:t>
            </a:r>
            <a:br/>
            <a:r>
              <a:t>    def __init__(self, llm, tools):</a:t>
            </a:r>
            <a:br/>
            <a:r>
              <a:t>        self.llm = llm</a:t>
            </a:r>
            <a:br/>
            <a:r>
              <a:t>        self.tools = {tool.name: tool for tool in tools}</a:t>
            </a:r>
            <a:br/>
            <a:r>
              <a:t>    </a:t>
            </a:r>
            <a:br/>
            <a:r>
              <a:t>    def execute_composite_task(self, task: str):</a:t>
            </a:r>
            <a:br/>
            <a:r>
              <a:t>        """识别需要组合多个工具的任务"""</a:t>
            </a:r>
            <a:br/>
            <a:r>
              <a:t>        </a:t>
            </a:r>
            <a:br/>
            <a:r>
              <a:t>        # 1. 分析任务需要哪些工具</a:t>
            </a:r>
            <a:br/>
            <a:r>
              <a:t>        plan = self.llm.predict(f"""</a:t>
            </a:r>
            <a:br/>
            <a:r>
              <a:t>        任务：{task}</a:t>
            </a:r>
            <a:br/>
            <a:r>
              <a:t>        </a:t>
            </a:r>
            <a:br/>
            <a:r>
              <a:t>        可用工具：{list(self.tools.keys())}</a:t>
            </a:r>
            <a:br/>
            <a:r>
              <a:t>        </a:t>
            </a:r>
            <a:br/>
            <a:r>
              <a:t>        请设计一个工具调用链来完成此任务。</a:t>
            </a:r>
            <a:br/>
            <a:r>
              <a:t>        格式：tool1(input) -&gt; tool2(tool1的输出) -&gt; ...</a:t>
            </a:r>
            <a:br/>
            <a:r>
              <a:t>        """)</a:t>
            </a:r>
            <a:br/>
            <a:r>
              <a:t>        </a:t>
            </a:r>
            <a:br/>
            <a:r>
              <a:t>        # 2. 按顺序执行工具链</a:t>
            </a:r>
            <a:br/>
            <a:r>
              <a:t>        result = None</a:t>
            </a:r>
            <a:br/>
            <a:r>
              <a:t>        for step in parse_tool_chain(plan):</a:t>
            </a:r>
            <a:br/>
            <a:r>
              <a:t>            tool_name = step["tool"]</a:t>
            </a:r>
            <a:br/>
            <a:r>
              <a:t>            tool_input = step["input"] if result is None else result</a:t>
            </a:r>
            <a:br/>
            <a:r>
              <a:t>            </a:t>
            </a:r>
            <a:br/>
            <a:r>
              <a:t>            result = self.tools[tool_name].run(tool_input)</a:t>
            </a:r>
            <a:br/>
            <a:r>
              <a:t>        </a:t>
            </a:r>
            <a:br/>
            <a:r>
              <a:t>        return result</a:t>
            </a:r>
            <a:br/>
            <a:br/>
            <a:r>
              <a:t># 示例：组合工具完成复杂任务</a:t>
            </a:r>
            <a:br/>
            <a:r>
              <a:t>tools = [</a:t>
            </a:r>
            <a:br/>
            <a:r>
              <a:t>    web_search_tool,</a:t>
            </a:r>
            <a:br/>
            <a:r>
              <a:t>    summarization_tool,</a:t>
            </a:r>
            <a:br/>
            <a:r>
              <a:t>    translation_tool,</a:t>
            </a:r>
            <a:br/>
            <a:r>
              <a:t>    email_tool</a:t>
            </a:r>
            <a:br/>
            <a:r>
              <a:t>]</a:t>
            </a:r>
            <a:br/>
            <a:br/>
            <a:r>
              <a:t>agent = CompositeToolAgent(llm, tools)</a:t>
            </a:r>
            <a:br/>
            <a:br/>
            <a:r>
              <a:t># 这个任务需要组合多个工具</a:t>
            </a:r>
            <a:br/>
            <a:r>
              <a:t>agent.execute_composite_task(</a:t>
            </a:r>
            <a:br/>
            <a:r>
              <a:t>    "搜索最新的AI新闻，总结要点，翻译成中文，然后发送给我"</a:t>
            </a:r>
            <a:br/>
            <a:r>
              <a:t>)</a:t>
            </a:r>
            <a:br/>
            <a:r>
              <a:t># 执行链：web_search -&gt; summarize -&gt; translate -&gt; send_email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5. 多智能体协作 (Multi-Agent Systems)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子主题：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辩论式多智能体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代码示例：本节包含 2 处代码块（后续页展示）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5. 多智能体协作 (Multi-Agent Systems)：代码示例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t>```python</a:t>
            </a:r>
            <a:br/>
            <a:r>
              <a:t>from langchain.agents import Agent</a:t>
            </a:r>
            <a:br/>
            <a:br/>
            <a:r>
              <a:t>class MultiAgentSystem:</a:t>
            </a:r>
            <a:br/>
            <a:r>
              <a:t>    """多智能体协作系统"""</a:t>
            </a:r>
            <a:br/>
            <a:r>
              <a:t>    </a:t>
            </a:r>
            <a:br/>
            <a:r>
              <a:t>    def __init__(self):</a:t>
            </a:r>
            <a:br/>
            <a:r>
              <a:t>        self.agents = {}</a:t>
            </a:r>
            <a:br/>
            <a:r>
              <a:t>    </a:t>
            </a:r>
            <a:br/>
            <a:r>
              <a:t>    def add_agent(self, name: str, agent: Agent, role: str):</a:t>
            </a:r>
            <a:br/>
            <a:r>
              <a:t>        """添加专门的智能体"""</a:t>
            </a:r>
            <a:br/>
            <a:r>
              <a:t>        self.agents[name] = {</a:t>
            </a:r>
            <a:br/>
            <a:r>
              <a:t>            "agent": agent,</a:t>
            </a:r>
            <a:br/>
            <a:r>
              <a:t>            "role": role,</a:t>
            </a:r>
            <a:br/>
            <a:r>
              <a:t>            "expertise": []</a:t>
            </a:r>
            <a:br/>
            <a:r>
              <a:t>        }</a:t>
            </a:r>
            <a:br/>
            <a:r>
              <a:t>    </a:t>
            </a:r>
            <a:br/>
            <a:r>
              <a:t>    def collaborate(self, task: str) -&gt; str:</a:t>
            </a:r>
            <a:br/>
            <a:r>
              <a:t>        """多个Agent协作完成任务"""</a:t>
            </a:r>
            <a:br/>
            <a:r>
              <a:t>        </a:t>
            </a:r>
            <a:br/>
            <a:r>
              <a:t>        # 1. 任务分配</a:t>
            </a:r>
            <a:br/>
            <a:r>
              <a:t>        assignments = self.assign_tasks(task)</a:t>
            </a:r>
            <a:br/>
            <a:r>
              <a:t>        </a:t>
            </a:r>
            <a:br/>
            <a:r>
              <a:t>        # 2. 并行或顺序执行</a:t>
            </a:r>
            <a:br/>
            <a:r>
              <a:t>        results = {}</a:t>
            </a:r>
            <a:br/>
            <a:r>
              <a:t>        for agent_name, subtask in assignments.items():</a:t>
            </a:r>
            <a:br/>
            <a:r>
              <a:t>            agent = self.agents[agent_name]["agent"]</a:t>
            </a:r>
            <a:br/>
            <a:r>
              <a:t>            results[agent_name] = agent.run(subtask)</a:t>
            </a:r>
            <a:br/>
            <a:r>
              <a:t>        </a:t>
            </a:r>
            <a:br/>
            <a:r>
              <a:t>        # 3. 结果整合</a:t>
            </a:r>
            <a:br/>
            <a:r>
              <a:t>        final_result = self.synthesize_results(task, results)</a:t>
            </a:r>
            <a:br/>
            <a:r>
              <a:t>        </a:t>
            </a:r>
            <a:br/>
            <a:r>
              <a:t>        return final_result</a:t>
            </a:r>
            <a:br/>
            <a:r>
              <a:t>    </a:t>
            </a:r>
            <a:br/>
            <a:r>
              <a:t>    def assign_tasks(self, task: str) -&gt; Dict[str, str]:</a:t>
            </a:r>
            <a:br/>
            <a:r>
              <a:t>        """根据Agent专长分配任务"""</a:t>
            </a:r>
            <a:br/>
            <a:r>
              <a:t>        # 使用协调者LLM决定任务分配</a:t>
            </a:r>
            <a:br/>
            <a:r>
              <a:t>        pass</a:t>
            </a:r>
            <a:br/>
            <a:br/>
            <a:r>
              <a:t># 示例：创建专门的Agent团队</a:t>
            </a:r>
            <a:br/>
            <a:r>
              <a:t>research_agent = create_agent(</a:t>
            </a:r>
            <a:br/>
            <a:r>
              <a:t>    llm, </a:t>
            </a:r>
            <a:br/>
            <a:r>
              <a:t>    [web_search, academic_search],</a:t>
            </a:r>
            <a:br/>
            <a:r>
              <a:t>    "负责信息搜集和研究"</a:t>
            </a:r>
            <a:br/>
            <a:r>
              <a:t>)</a:t>
            </a:r>
            <a:br/>
            <a:br/>
            <a:r>
              <a:t>analysis_agent = create_agent(</a:t>
            </a:r>
            <a:br/>
            <a:r>
              <a:t>    llm,</a:t>
            </a:r>
            <a:br/>
            <a:r>
              <a:t>    [data_analysis, visualization],</a:t>
            </a:r>
            <a:br/>
            <a:r>
              <a:t>    "负责数据分析和可视化"</a:t>
            </a:r>
            <a:br/>
            <a:r>
              <a:t>)</a:t>
            </a:r>
            <a:br/>
            <a:br/>
            <a:r>
              <a:t>writing_agent = create_agent(</a:t>
            </a:r>
            <a:br/>
            <a:r>
              <a:t>    llm,</a:t>
            </a:r>
            <a:br/>
            <a:r>
              <a:t>    [document_generation, formatting],</a:t>
            </a:r>
            <a:br/>
            <a:r>
              <a:t>    "负责文档撰写和格式化"</a:t>
            </a:r>
            <a:br/>
            <a:r>
              <a:t>)</a:t>
            </a:r>
            <a:br/>
            <a:br/>
            <a:r>
              <a:t>system = MultiAgentSystem()</a:t>
            </a:r>
            <a:br/>
            <a:r>
              <a:t>system.add_agent("researcher", research_agent, "研究员")</a:t>
            </a:r>
            <a:br/>
            <a:r>
              <a:t>...（已截断，全文见 Markdown）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5. 多智能体协作 (Multi-Agent Systems)：代码示例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t>```python</a:t>
            </a:r>
            <a:br/>
            <a:r>
              <a:t>class DebateAgents:</a:t>
            </a:r>
            <a:br/>
            <a:r>
              <a:t>    """通过辩论提升答案质量"""</a:t>
            </a:r>
            <a:br/>
            <a:r>
              <a:t>    </a:t>
            </a:r>
            <a:br/>
            <a:r>
              <a:t>    def __init__(self, llm):</a:t>
            </a:r>
            <a:br/>
            <a:r>
              <a:t>        self.llm = llm</a:t>
            </a:r>
            <a:br/>
            <a:r>
              <a:t>    </a:t>
            </a:r>
            <a:br/>
            <a:r>
              <a:t>    def debate(self, question: str, rounds: int = 3) -&gt; str:</a:t>
            </a:r>
            <a:br/>
            <a:r>
              <a:t>        """多个Agent通过辩论达成共识"""</a:t>
            </a:r>
            <a:br/>
            <a:r>
              <a:t>        </a:t>
            </a:r>
            <a:br/>
            <a:r>
              <a:t>        # 初始答案</a:t>
            </a:r>
            <a:br/>
            <a:r>
              <a:t>        agent_a_answer = self.llm.predict(f"问题：{question}\n请给出你的答案。")</a:t>
            </a:r>
            <a:br/>
            <a:r>
              <a:t>        agent_b_answer = self.llm.predict(f"问题：{question}\n请给出你的答案。")</a:t>
            </a:r>
            <a:br/>
            <a:r>
              <a:t>        </a:t>
            </a:r>
            <a:br/>
            <a:r>
              <a:t>        # 辩论轮次</a:t>
            </a:r>
            <a:br/>
            <a:r>
              <a:t>        for round in range(rounds):</a:t>
            </a:r>
            <a:br/>
            <a:r>
              <a:t>            # Agent A 反驳 B</a:t>
            </a:r>
            <a:br/>
            <a:r>
              <a:t>            agent_a_answer = self.llm.predict(f"""</a:t>
            </a:r>
            <a:br/>
            <a:r>
              <a:t>            问题：{question}</a:t>
            </a:r>
            <a:br/>
            <a:r>
              <a:t>            你的立场：{agent_a_answer}</a:t>
            </a:r>
            <a:br/>
            <a:r>
              <a:t>            对方立场：{agent_b_answer}</a:t>
            </a:r>
            <a:br/>
            <a:r>
              <a:t>            </a:t>
            </a:r>
            <a:br/>
            <a:r>
              <a:t>            请指出对方的问题并完善你的答案。</a:t>
            </a:r>
            <a:br/>
            <a:r>
              <a:t>            """)</a:t>
            </a:r>
            <a:br/>
            <a:r>
              <a:t>            </a:t>
            </a:r>
            <a:br/>
            <a:r>
              <a:t>            # Agent B 反驳 A</a:t>
            </a:r>
            <a:br/>
            <a:r>
              <a:t>            agent_b_answer = self.llm.predict(f"""</a:t>
            </a:r>
            <a:br/>
            <a:r>
              <a:t>            问题：{question}</a:t>
            </a:r>
            <a:br/>
            <a:r>
              <a:t>            你的立场：{agent_b_answer}</a:t>
            </a:r>
            <a:br/>
            <a:r>
              <a:t>            对方立场：{agent_a_answer}</a:t>
            </a:r>
            <a:br/>
            <a:r>
              <a:t>            </a:t>
            </a:r>
            <a:br/>
            <a:r>
              <a:t>            请指出对方的问题并完善你的答案。</a:t>
            </a:r>
            <a:br/>
            <a:r>
              <a:t>            """)</a:t>
            </a:r>
            <a:br/>
            <a:r>
              <a:t>        </a:t>
            </a:r>
            <a:br/>
            <a:r>
              <a:t>        # 达成共识</a:t>
            </a:r>
            <a:br/>
            <a:r>
              <a:t>        consensus = self.llm.predict(f"""</a:t>
            </a:r>
            <a:br/>
            <a:r>
              <a:t>        问题：{question}</a:t>
            </a:r>
            <a:br/>
            <a:r>
              <a:t>        Agent A 的最终观点：{agent_a_answer}</a:t>
            </a:r>
            <a:br/>
            <a:r>
              <a:t>        Agent B 的最终观点：{agent_b_answer}</a:t>
            </a:r>
            <a:br/>
            <a:r>
              <a:t>        </a:t>
            </a:r>
            <a:br/>
            <a:r>
              <a:t>        请综合双方观点，给出最终的最佳答案。</a:t>
            </a:r>
            <a:br/>
            <a:r>
              <a:t>        """)</a:t>
            </a:r>
            <a:br/>
            <a:r>
              <a:t>        </a:t>
            </a:r>
            <a:br/>
            <a:r>
              <a:t>        return consensus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6. 自我改进 (Self-Improvement)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子主题：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在线学习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Few-shot Learning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代码示例：本节包含 2 处代码块（后续页展示）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6. 自我改进 (Self-Improvement)：代码示例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t>```python</a:t>
            </a:r>
            <a:br/>
            <a:r>
              <a:t>class SelfImprovingAgent:</a:t>
            </a:r>
            <a:br/>
            <a:r>
              <a:t>    """能够从反馈中学习的Agent"""</a:t>
            </a:r>
            <a:br/>
            <a:r>
              <a:t>    </a:t>
            </a:r>
            <a:br/>
            <a:r>
              <a:t>    def __init__(self, llm):</a:t>
            </a:r>
            <a:br/>
            <a:r>
              <a:t>        self.llm = llm</a:t>
            </a:r>
            <a:br/>
            <a:r>
              <a:t>        self.success_cases = []</a:t>
            </a:r>
            <a:br/>
            <a:r>
              <a:t>        self.failure_cases = []</a:t>
            </a:r>
            <a:br/>
            <a:r>
              <a:t>    </a:t>
            </a:r>
            <a:br/>
            <a:r>
              <a:t>    def learn_from_feedback(self, task: str, action: str, </a:t>
            </a:r>
            <a:br/>
            <a:r>
              <a:t>                           outcome: str, feedback: str):</a:t>
            </a:r>
            <a:br/>
            <a:r>
              <a:t>        """从执行结果中学习"""</a:t>
            </a:r>
            <a:br/>
            <a:r>
              <a:t>        </a:t>
            </a:r>
            <a:br/>
            <a:r>
              <a:t>        case = {</a:t>
            </a:r>
            <a:br/>
            <a:r>
              <a:t>            "task": task,</a:t>
            </a:r>
            <a:br/>
            <a:r>
              <a:t>            "action": action,</a:t>
            </a:r>
            <a:br/>
            <a:r>
              <a:t>            "outcome": outcome,</a:t>
            </a:r>
            <a:br/>
            <a:r>
              <a:t>            "feedback": feedback,</a:t>
            </a:r>
            <a:br/>
            <a:r>
              <a:t>            "timestamp": datetime.now()</a:t>
            </a:r>
            <a:br/>
            <a:r>
              <a:t>        }</a:t>
            </a:r>
            <a:br/>
            <a:r>
              <a:t>        </a:t>
            </a:r>
            <a:br/>
            <a:r>
              <a:t>        if "成功" in outcome or "良好" in feedback:</a:t>
            </a:r>
            <a:br/>
            <a:r>
              <a:t>            self.success_cases.append(case)</a:t>
            </a:r>
            <a:br/>
            <a:r>
              <a:t>        else:</a:t>
            </a:r>
            <a:br/>
            <a:r>
              <a:t>            self.failure_cases.append(case)</a:t>
            </a:r>
            <a:br/>
            <a:r>
              <a:t>        </a:t>
            </a:r>
            <a:br/>
            <a:r>
              <a:t>        # 定期总结经验</a:t>
            </a:r>
            <a:br/>
            <a:r>
              <a:t>        if len(self.success_cases) + len(self.failure_cases) % 10 == 0:</a:t>
            </a:r>
            <a:br/>
            <a:r>
              <a:t>            self.synthesize_learnings()</a:t>
            </a:r>
            <a:br/>
            <a:r>
              <a:t>    </a:t>
            </a:r>
            <a:br/>
            <a:r>
              <a:t>    def synthesize_learnings(self):</a:t>
            </a:r>
            <a:br/>
            <a:r>
              <a:t>        """总结经验教训"""</a:t>
            </a:r>
            <a:br/>
            <a:r>
              <a:t>        </a:t>
            </a:r>
            <a:br/>
            <a:r>
              <a:t>        prompt = f"""</a:t>
            </a:r>
            <a:br/>
            <a:r>
              <a:t>        分析以下成功和失败案例，总结规律：</a:t>
            </a:r>
            <a:br/>
            <a:r>
              <a:t>        </a:t>
            </a:r>
            <a:br/>
            <a:r>
              <a:t>        成功案例：</a:t>
            </a:r>
            <a:br/>
            <a:r>
              <a:t>        {self.success_cases[-5:]}</a:t>
            </a:r>
            <a:br/>
            <a:r>
              <a:t>        </a:t>
            </a:r>
            <a:br/>
            <a:r>
              <a:t>        失败案例：</a:t>
            </a:r>
            <a:br/>
            <a:r>
              <a:t>        {self.failure_cases[-5:]}</a:t>
            </a:r>
            <a:br/>
            <a:r>
              <a:t>        </a:t>
            </a:r>
            <a:br/>
            <a:r>
              <a:t>        提取可复用的策略和应避免的错误。</a:t>
            </a:r>
            <a:br/>
            <a:r>
              <a:t>        """</a:t>
            </a:r>
            <a:br/>
            <a:r>
              <a:t>        </a:t>
            </a:r>
            <a:br/>
            <a:r>
              <a:t>        learnings = self.llm.predict(prompt)</a:t>
            </a:r>
            <a:br/>
            <a:r>
              <a:t>        self.update_strategy(learnings)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6. 自我改进 (Self-Improvement)：代码示例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t>```python</a:t>
            </a:r>
            <a:br/>
            <a:r>
              <a:t>class FewShotAgent:</a:t>
            </a:r>
            <a:br/>
            <a:r>
              <a:t>    """动态构建示例以改进性能"""</a:t>
            </a:r>
            <a:br/>
            <a:r>
              <a:t>    </a:t>
            </a:r>
            <a:br/>
            <a:r>
              <a:t>    def __init__(self, llm):</a:t>
            </a:r>
            <a:br/>
            <a:r>
              <a:t>        self.llm = llm</a:t>
            </a:r>
            <a:br/>
            <a:r>
              <a:t>        self.example_pool = []</a:t>
            </a:r>
            <a:br/>
            <a:r>
              <a:t>    </a:t>
            </a:r>
            <a:br/>
            <a:r>
              <a:t>    def run(self, task: str) -&gt; str:</a:t>
            </a:r>
            <a:br/>
            <a:r>
              <a:t>        """使用相关示例增强性能"""</a:t>
            </a:r>
            <a:br/>
            <a:r>
              <a:t>        </a:t>
            </a:r>
            <a:br/>
            <a:r>
              <a:t>        # 1. 检索相似的历史任务</a:t>
            </a:r>
            <a:br/>
            <a:r>
              <a:t>        relevant_examples = self.retrieve_examples(task, k=3)</a:t>
            </a:r>
            <a:br/>
            <a:r>
              <a:t>        </a:t>
            </a:r>
            <a:br/>
            <a:r>
              <a:t>        # 2. 构建 few-shot prompt</a:t>
            </a:r>
            <a:br/>
            <a:r>
              <a:t>        prompt = self.build_few_shot_prompt(task, relevant_examples)</a:t>
            </a:r>
            <a:br/>
            <a:r>
              <a:t>        </a:t>
            </a:r>
            <a:br/>
            <a:r>
              <a:t>        # 3. 执行</a:t>
            </a:r>
            <a:br/>
            <a:r>
              <a:t>        result = self.llm.predict(prompt)</a:t>
            </a:r>
            <a:br/>
            <a:r>
              <a:t>        </a:t>
            </a:r>
            <a:br/>
            <a:r>
              <a:t>        return result</a:t>
            </a:r>
            <a:br/>
            <a:r>
              <a:t>    </a:t>
            </a:r>
            <a:br/>
            <a:r>
              <a:t>    def build_few_shot_prompt(self, task: str, examples: List) -&gt; str:</a:t>
            </a:r>
            <a:br/>
            <a:r>
              <a:t>        """构建包含示例的提示"""</a:t>
            </a:r>
            <a:br/>
            <a:r>
              <a:t>        </a:t>
            </a:r>
            <a:br/>
            <a:r>
              <a:t>        examples_text = "\n\n".join([</a:t>
            </a:r>
            <a:br/>
            <a:r>
              <a:t>            f"示例 {i+1}:\n输入: {ex['input']}\n输出: {ex['output']}"</a:t>
            </a:r>
            <a:br/>
            <a:r>
              <a:t>            for i, ex in enumerate(examples)</a:t>
            </a:r>
            <a:br/>
            <a:r>
              <a:t>        ])</a:t>
            </a:r>
            <a:br/>
            <a:r>
              <a:t>        </a:t>
            </a:r>
            <a:br/>
            <a:r>
              <a:t>        return f"""</a:t>
            </a:r>
            <a:br/>
            <a:r>
              <a:t>        以下是一些类似任务的示例：</a:t>
            </a:r>
            <a:br/>
            <a:r>
              <a:t>        </a:t>
            </a:r>
            <a:br/>
            <a:r>
              <a:t>        {examples_text}</a:t>
            </a:r>
            <a:br/>
            <a:r>
              <a:t>        </a:t>
            </a:r>
            <a:br/>
            <a:r>
              <a:t>        现在请处理这个新任务：</a:t>
            </a:r>
            <a:br/>
            <a:r>
              <a:t>        {task}</a:t>
            </a:r>
            <a:br/>
            <a:r>
              <a:t>        """</a:t>
            </a:r>
            <a:br/>
            <a:r>
              <a:t>    </a:t>
            </a:r>
            <a:br/>
            <a:r>
              <a:t>    def add_example(self, input_text: str, output_text: str, quality_score: float):</a:t>
            </a:r>
            <a:br/>
            <a:r>
              <a:t>        """添加高质量示例到池中"""</a:t>
            </a:r>
            <a:br/>
            <a:r>
              <a:t>        if quality_score &gt; 0.8:</a:t>
            </a:r>
            <a:br/>
            <a:r>
              <a:t>            self.example_pool.append({</a:t>
            </a:r>
            <a:br/>
            <a:r>
              <a:t>                "input": input_text,</a:t>
            </a:r>
            <a:br/>
            <a:r>
              <a:t>                "output": output_text,</a:t>
            </a:r>
            <a:br/>
            <a:r>
              <a:t>                "embedding": self.embed(input_text),</a:t>
            </a:r>
            <a:br/>
            <a:r>
              <a:t>                "score": quality_score</a:t>
            </a:r>
            <a:br/>
            <a:r>
              <a:t>            })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7. 约束和安全性 (Constraints &amp; Safety)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子主题：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宪法AI (Constitutional AI)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输出验证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代码示例：本节包含 2 处代码块（后续页展示）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7. 约束和安全性 (Constraints &amp; Safety)：代码示例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t>```python</a:t>
            </a:r>
            <a:br/>
            <a:r>
              <a:t>class ConstitutionalAgent:</a:t>
            </a:r>
            <a:br/>
            <a:r>
              <a:t>    """遵循预定义原则的Agent"""</a:t>
            </a:r>
            <a:br/>
            <a:r>
              <a:t>    </a:t>
            </a:r>
            <a:br/>
            <a:r>
              <a:t>    def __init__(self, llm, constitution: List[str]):</a:t>
            </a:r>
            <a:br/>
            <a:r>
              <a:t>        self.llm = llm</a:t>
            </a:r>
            <a:br/>
            <a:r>
              <a:t>        self.constitution = constitution  # 行为准则列表</a:t>
            </a:r>
            <a:br/>
            <a:r>
              <a:t>    </a:t>
            </a:r>
            <a:br/>
            <a:r>
              <a:t>    def run(self, task: str) -&gt; str:</a:t>
            </a:r>
            <a:br/>
            <a:r>
              <a:t>        """执行任务但需符合宪法约束"""</a:t>
            </a:r>
            <a:br/>
            <a:r>
              <a:t>        </a:t>
            </a:r>
            <a:br/>
            <a:r>
              <a:t>        # 1. 生成初始响应</a:t>
            </a:r>
            <a:br/>
            <a:r>
              <a:t>        response = self.llm.predict(task)</a:t>
            </a:r>
            <a:br/>
            <a:r>
              <a:t>        </a:t>
            </a:r>
            <a:br/>
            <a:r>
              <a:t>        # 2. 检查是否违反宪法</a:t>
            </a:r>
            <a:br/>
            <a:r>
              <a:t>        for principle in self.constitution:</a:t>
            </a:r>
            <a:br/>
            <a:r>
              <a:t>            if self.violates_principle(response, principle):</a:t>
            </a:r>
            <a:br/>
            <a:r>
              <a:t>                # 3. 修正响应</a:t>
            </a:r>
            <a:br/>
            <a:r>
              <a:t>                response = self.revise_response(response, principle)</a:t>
            </a:r>
            <a:br/>
            <a:r>
              <a:t>        </a:t>
            </a:r>
            <a:br/>
            <a:r>
              <a:t>        return response</a:t>
            </a:r>
            <a:br/>
            <a:r>
              <a:t>    </a:t>
            </a:r>
            <a:br/>
            <a:r>
              <a:t>    def violates_principle(self, response: str, principle: str) -&gt; bool:</a:t>
            </a:r>
            <a:br/>
            <a:r>
              <a:t>        """检查是否违反原则"""</a:t>
            </a:r>
            <a:br/>
            <a:r>
              <a:t>        check_prompt = f"""</a:t>
            </a:r>
            <a:br/>
            <a:r>
              <a:t>        原则：{principle}</a:t>
            </a:r>
            <a:br/>
            <a:r>
              <a:t>        响应：{response}</a:t>
            </a:r>
            <a:br/>
            <a:r>
              <a:t>        </a:t>
            </a:r>
            <a:br/>
            <a:r>
              <a:t>        此响应是否违反了上述原则？回答"是"或"否"。</a:t>
            </a:r>
            <a:br/>
            <a:r>
              <a:t>        """</a:t>
            </a:r>
            <a:br/>
            <a:r>
              <a:t>        result = self.llm.predict(check_prompt)</a:t>
            </a:r>
            <a:br/>
            <a:r>
              <a:t>        return "是" in result</a:t>
            </a:r>
            <a:br/>
            <a:r>
              <a:t>    </a:t>
            </a:r>
            <a:br/>
            <a:r>
              <a:t>    def revise_response(self, response: str, principle: str) -&gt; str:</a:t>
            </a:r>
            <a:br/>
            <a:r>
              <a:t>        """修正违反原则的响应"""</a:t>
            </a:r>
            <a:br/>
            <a:r>
              <a:t>        revision_prompt = f"""</a:t>
            </a:r>
            <a:br/>
            <a:r>
              <a:t>        原始响应：{response}</a:t>
            </a:r>
            <a:br/>
            <a:r>
              <a:t>        违反的原则：{principle}</a:t>
            </a:r>
            <a:br/>
            <a:r>
              <a:t>        </a:t>
            </a:r>
            <a:br/>
            <a:r>
              <a:t>        请修改响应使其符合原则，同时保持有用性。</a:t>
            </a:r>
            <a:br/>
            <a:r>
              <a:t>        """</a:t>
            </a:r>
            <a:br/>
            <a:r>
              <a:t>        return self.llm.predict(revision_prompt)</a:t>
            </a:r>
            <a:br/>
            <a:br/>
            <a:r>
              <a:t># 定义宪法</a:t>
            </a:r>
            <a:br/>
            <a:r>
              <a:t>constitution = [</a:t>
            </a:r>
            <a:br/>
            <a:r>
              <a:t>    "不得提供有害或危险的建议",</a:t>
            </a:r>
            <a:br/>
            <a:r>
              <a:t>    "必须尊重用户隐私",</a:t>
            </a:r>
            <a:br/>
            <a:r>
              <a:t>    "不得生成误导性信息",</a:t>
            </a:r>
            <a:br/>
            <a:r>
              <a:t>    "保持中立，不偏袒任何立场"</a:t>
            </a:r>
            <a:br/>
            <a:r>
              <a:t>]</a:t>
            </a:r>
            <a:br/>
            <a:br/>
            <a:r>
              <a:t>agent = ConstitutionalAgent(llm, constitution)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7. 约束和安全性 (Constraints &amp; Safety)：代码示例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t>```python</a:t>
            </a:r>
            <a:br/>
            <a:r>
              <a:t>class ValidatedAgent:</a:t>
            </a:r>
            <a:br/>
            <a:r>
              <a:t>    """带输出验证的Agent"""</a:t>
            </a:r>
            <a:br/>
            <a:r>
              <a:t>    </a:t>
            </a:r>
            <a:br/>
            <a:r>
              <a:t>    def __init__(self, llm, validators: List):</a:t>
            </a:r>
            <a:br/>
            <a:r>
              <a:t>        self.llm = llm</a:t>
            </a:r>
            <a:br/>
            <a:r>
              <a:t>        self.validators = validators</a:t>
            </a:r>
            <a:br/>
            <a:r>
              <a:t>    </a:t>
            </a:r>
            <a:br/>
            <a:r>
              <a:t>    def run_with_validation(self, task: str, max_retries: int = 3) -&gt; str:</a:t>
            </a:r>
            <a:br/>
            <a:r>
              <a:t>        """执行任务并验证输出"""</a:t>
            </a:r>
            <a:br/>
            <a:r>
              <a:t>        </a:t>
            </a:r>
            <a:br/>
            <a:r>
              <a:t>        for attempt in range(max_retries):</a:t>
            </a:r>
            <a:br/>
            <a:r>
              <a:t>            # 生成输出</a:t>
            </a:r>
            <a:br/>
            <a:r>
              <a:t>            output = self.llm.predict(task)</a:t>
            </a:r>
            <a:br/>
            <a:r>
              <a:t>            </a:t>
            </a:r>
            <a:br/>
            <a:r>
              <a:t>            # 验证</a:t>
            </a:r>
            <a:br/>
            <a:r>
              <a:t>            validation_results = []</a:t>
            </a:r>
            <a:br/>
            <a:r>
              <a:t>            for validator in self.validators:</a:t>
            </a:r>
            <a:br/>
            <a:r>
              <a:t>                is_valid, feedback = validator.validate(output)</a:t>
            </a:r>
            <a:br/>
            <a:r>
              <a:t>                validation_results.append((is_valid, feedback))</a:t>
            </a:r>
            <a:br/>
            <a:r>
              <a:t>            </a:t>
            </a:r>
            <a:br/>
            <a:r>
              <a:t>            # 如果全部通过，返回</a:t>
            </a:r>
            <a:br/>
            <a:r>
              <a:t>            if all(result[0] for result in validation_results):</a:t>
            </a:r>
            <a:br/>
            <a:r>
              <a:t>                return output</a:t>
            </a:r>
            <a:br/>
            <a:r>
              <a:t>            </a:t>
            </a:r>
            <a:br/>
            <a:r>
              <a:t>            # 否则，提供反馈让LLM改进</a:t>
            </a:r>
            <a:br/>
            <a:r>
              <a:t>            feedback_text = "\n".join([</a:t>
            </a:r>
            <a:br/>
            <a:r>
              <a:t>                f"- {fb}" for valid, fb in validation_results if not valid</a:t>
            </a:r>
            <a:br/>
            <a:r>
              <a:t>            ])</a:t>
            </a:r>
            <a:br/>
            <a:r>
              <a:t>            </a:t>
            </a:r>
            <a:br/>
            <a:r>
              <a:t>            task = f"""</a:t>
            </a:r>
            <a:br/>
            <a:r>
              <a:t>            原始任务：{task}</a:t>
            </a:r>
            <a:br/>
            <a:r>
              <a:t>            上次输出：{output}</a:t>
            </a:r>
            <a:br/>
            <a:r>
              <a:t>            </a:t>
            </a:r>
            <a:br/>
            <a:r>
              <a:t>            问题：</a:t>
            </a:r>
            <a:br/>
            <a:r>
              <a:t>            {feedback_text}</a:t>
            </a:r>
            <a:br/>
            <a:r>
              <a:t>            </a:t>
            </a:r>
            <a:br/>
            <a:r>
              <a:t>            请修正上述问题并重新生成。</a:t>
            </a:r>
            <a:br/>
            <a:r>
              <a:t>            """</a:t>
            </a:r>
            <a:br/>
            <a:r>
              <a:t>        </a:t>
            </a:r>
            <a:br/>
            <a:r>
              <a:t>        raise Exception("验证失败次数过多")</a:t>
            </a:r>
            <a:br/>
            <a:br/>
            <a:r>
              <a:t># 定义验证器</a:t>
            </a:r>
            <a:br/>
            <a:r>
              <a:t>class FactValidator:</a:t>
            </a:r>
            <a:br/>
            <a:r>
              <a:t>    def validate(self, text: str) -&gt; Tuple[bool, str]:</a:t>
            </a:r>
            <a:br/>
            <a:r>
              <a:t>        # 检查事实准确性</a:t>
            </a:r>
            <a:br/>
            <a:r>
              <a:t>        pass</a:t>
            </a:r>
            <a:br/>
            <a:br/>
            <a:r>
              <a:t>class FormatValidator:</a:t>
            </a:r>
            <a:br/>
            <a:r>
              <a:t>    def validate(self, text: str) -&gt; Tuple[bool, str]:</a:t>
            </a:r>
            <a:br/>
            <a:r>
              <a:t>        # 检查格式规范</a:t>
            </a:r>
            <a:br/>
            <a:r>
              <a:t>        pass</a:t>
            </a:r>
            <a:br/>
            <a:br/>
            <a:r>
              <a:t>agent = ValidatedAgent(llm, [FactValidator(), FormatValidator()])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8. 提示工程优化 (Prompt Engineering)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子主题：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思维链 (Chain-of-Thought)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思维树 (Tree-of-Thoughts)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代码示例：本节包含 2 处代码块（后续页展示）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8. 提示工程优化 (Prompt Engineering)：代码示例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t>```python</a:t>
            </a:r>
            <a:br/>
            <a:r>
              <a:t>def chain_of_thought_agent(llm, task: str) -&gt; str:</a:t>
            </a:r>
            <a:br/>
            <a:r>
              <a:t>    """使用思维链提升推理能力"""</a:t>
            </a:r>
            <a:br/>
            <a:r>
              <a:t>    </a:t>
            </a:r>
            <a:br/>
            <a:r>
              <a:t>    cot_prompt = f"""</a:t>
            </a:r>
            <a:br/>
            <a:r>
              <a:t>    {task}</a:t>
            </a:r>
            <a:br/>
            <a:r>
              <a:t>    </a:t>
            </a:r>
            <a:br/>
            <a:r>
              <a:t>    请一步一步思考并解决这个问题。</a:t>
            </a:r>
            <a:br/>
            <a:r>
              <a:t>    在每一步说明你的思考过程。</a:t>
            </a:r>
            <a:br/>
            <a:r>
              <a:t>    </a:t>
            </a:r>
            <a:br/>
            <a:r>
              <a:t>    格式：</a:t>
            </a:r>
            <a:br/>
            <a:r>
              <a:t>    步骤1: [思考过程]</a:t>
            </a:r>
            <a:br/>
            <a:r>
              <a:t>    步骤2: [思考过程]</a:t>
            </a:r>
            <a:br/>
            <a:r>
              <a:t>    ...</a:t>
            </a:r>
            <a:br/>
            <a:r>
              <a:t>    最终答案: [答案]</a:t>
            </a:r>
            <a:br/>
            <a:r>
              <a:t>    """</a:t>
            </a:r>
            <a:br/>
            <a:r>
              <a:t>    </a:t>
            </a:r>
            <a:br/>
            <a:r>
              <a:t>    return llm.predict(cot_prompt)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8. 提示工程优化 (Prompt Engineering)：代码示例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t>```python</a:t>
            </a:r>
            <a:br/>
            <a:r>
              <a:t>class TreeOfThoughtsAgent:</a:t>
            </a:r>
            <a:br/>
            <a:r>
              <a:t>    """探索多个思考路径"""</a:t>
            </a:r>
            <a:br/>
            <a:r>
              <a:t>    </a:t>
            </a:r>
            <a:br/>
            <a:r>
              <a:t>    def __init__(self, llm):</a:t>
            </a:r>
            <a:br/>
            <a:r>
              <a:t>        self.llm = llm</a:t>
            </a:r>
            <a:br/>
            <a:r>
              <a:t>    </a:t>
            </a:r>
            <a:br/>
            <a:r>
              <a:t>    def solve(self, problem: str, branches: int = 3, depth: int = 3) -&gt; str:</a:t>
            </a:r>
            <a:br/>
            <a:r>
              <a:t>        """通过树状搜索找到最佳解决方案"""</a:t>
            </a:r>
            <a:br/>
            <a:r>
              <a:t>        </a:t>
            </a:r>
            <a:br/>
            <a:r>
              <a:t>        # 1. 生成多个初始想法</a:t>
            </a:r>
            <a:br/>
            <a:r>
              <a:t>        initial_thoughts = []</a:t>
            </a:r>
            <a:br/>
            <a:r>
              <a:t>        for i in range(branches):</a:t>
            </a:r>
            <a:br/>
            <a:r>
              <a:t>            thought = self.llm.predict(</a:t>
            </a:r>
            <a:br/>
            <a:r>
              <a:t>                f"{problem}\n\n提供第{i+1}个解决思路："</a:t>
            </a:r>
            <a:br/>
            <a:r>
              <a:t>            )</a:t>
            </a:r>
            <a:br/>
            <a:r>
              <a:t>            initial_thoughts.append(thought)</a:t>
            </a:r>
            <a:br/>
            <a:r>
              <a:t>        </a:t>
            </a:r>
            <a:br/>
            <a:r>
              <a:t>        # 2. 评估每个想法</a:t>
            </a:r>
            <a:br/>
            <a:r>
              <a:t>        best_path = self.explore_tree(</a:t>
            </a:r>
            <a:br/>
            <a:r>
              <a:t>            problem, initial_thoughts, depth</a:t>
            </a:r>
            <a:br/>
            <a:r>
              <a:t>        )</a:t>
            </a:r>
            <a:br/>
            <a:r>
              <a:t>        </a:t>
            </a:r>
            <a:br/>
            <a:r>
              <a:t>        # 3. 基于最佳路径生成最终答案</a:t>
            </a:r>
            <a:br/>
            <a:r>
              <a:t>        final_answer = self.llm.predict(f"""</a:t>
            </a:r>
            <a:br/>
            <a:r>
              <a:t>        问题：{problem}</a:t>
            </a:r>
            <a:br/>
            <a:r>
              <a:t>        最佳思考路径：{best_path}</a:t>
            </a:r>
            <a:br/>
            <a:r>
              <a:t>        </a:t>
            </a:r>
            <a:br/>
            <a:r>
              <a:t>        基于以上路径，给出最终答案。</a:t>
            </a:r>
            <a:br/>
            <a:r>
              <a:t>        """)</a:t>
            </a:r>
            <a:br/>
            <a:r>
              <a:t>        </a:t>
            </a:r>
            <a:br/>
            <a:r>
              <a:t>        return final_answer</a:t>
            </a:r>
            <a:br/>
            <a:r>
              <a:t>    </a:t>
            </a:r>
            <a:br/>
            <a:r>
              <a:t>    def explore_tree(self, problem: str, thoughts: List[str], </a:t>
            </a:r>
            <a:br/>
            <a:r>
              <a:t>                     remaining_depth: int) -&gt; List[str]:</a:t>
            </a:r>
            <a:br/>
            <a:r>
              <a:t>        """递归探索思维树"""</a:t>
            </a:r>
            <a:br/>
            <a:r>
              <a:t>        </a:t>
            </a:r>
            <a:br/>
            <a:r>
              <a:t>        if remaining_depth == 0:</a:t>
            </a:r>
            <a:br/>
            <a:r>
              <a:t>            # 评估叶节点</a:t>
            </a:r>
            <a:br/>
            <a:r>
              <a:t>            scores = [self.evaluate_thought(problem, t) for t in thoughts]</a:t>
            </a:r>
            <a:br/>
            <a:r>
              <a:t>            best_idx = scores.index(max(scores))</a:t>
            </a:r>
            <a:br/>
            <a:r>
              <a:t>            return [thoughts[best_idx]]</a:t>
            </a:r>
            <a:br/>
            <a:r>
              <a:t>        </a:t>
            </a:r>
            <a:br/>
            <a:r>
              <a:t>        # 对每个想法继续展开</a:t>
            </a:r>
            <a:br/>
            <a:r>
              <a:t>        best_score = -float('inf')</a:t>
            </a:r>
            <a:br/>
            <a:r>
              <a:t>        best_path = None</a:t>
            </a:r>
            <a:br/>
            <a:r>
              <a:t>        </a:t>
            </a:r>
            <a:br/>
            <a:r>
              <a:t>        for thought in thoughts:</a:t>
            </a:r>
            <a:br/>
            <a:r>
              <a:t>            # 生成下一层想法</a:t>
            </a:r>
            <a:br/>
            <a:r>
              <a:t>            next_thoughts = self.generate_next_thoughts(problem, thought)</a:t>
            </a:r>
            <a:br/>
            <a:r>
              <a:t>            </a:t>
            </a:r>
            <a:br/>
            <a:r>
              <a:t>            # 递归探索</a:t>
            </a:r>
            <a:br/>
            <a:r>
              <a:t>            path = self.explore_tree(problem, next_thoughts, remaining_depth - 1)</a:t>
            </a:r>
            <a:br/>
            <a:r>
              <a:t>            </a:t>
            </a:r>
            <a:br/>
            <a:r>
              <a:t>            # 评估整条路径</a:t>
            </a:r>
            <a:br/>
            <a:r>
              <a:t>            path_score = self.evaluate_path(problem, [thought] + path)</a:t>
            </a:r>
            <a:br/>
            <a:r>
              <a:t>            </a:t>
            </a:r>
            <a:br/>
            <a:r>
              <a:t>            if path_score &gt; best_score:</a:t>
            </a:r>
            <a:br/>
            <a:r>
              <a:t>                best_score = path_score</a:t>
            </a:r>
            <a:br/>
            <a:r>
              <a:t>                best_path = [thought] + path</a:t>
            </a:r>
            <a:br/>
            <a:r>
              <a:t>...（已截断，全文见 Markdown）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9. 混合架构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子主题：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RAG + Reflection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Multi-Agent + Planning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代码示例：本节包含 2 处代码块（后续页展示）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9. 混合架构：代码示例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t>```python</a:t>
            </a:r>
            <a:br/>
            <a:r>
              <a:t>class RAGReflectiveAgent:</a:t>
            </a:r>
            <a:br/>
            <a:r>
              <a:t>    """结合RAG和反思的Agent"""</a:t>
            </a:r>
            <a:br/>
            <a:r>
              <a:t>    </a:t>
            </a:r>
            <a:br/>
            <a:r>
              <a:t>    def __init__(self, llm, retriever):</a:t>
            </a:r>
            <a:br/>
            <a:r>
              <a:t>        self.llm = llm</a:t>
            </a:r>
            <a:br/>
            <a:r>
              <a:t>        self.retriever = retriever</a:t>
            </a:r>
            <a:br/>
            <a:r>
              <a:t>    </a:t>
            </a:r>
            <a:br/>
            <a:r>
              <a:t>    def answer_with_reflection(self, question: str) -&gt; str:</a:t>
            </a:r>
            <a:br/>
            <a:r>
              <a:t>        # 1. 检索</a:t>
            </a:r>
            <a:br/>
            <a:r>
              <a:t>        docs = self.retriever.get_relevant_documents(question)</a:t>
            </a:r>
            <a:br/>
            <a:r>
              <a:t>        context = "\n".join([doc.page_content for doc in docs])</a:t>
            </a:r>
            <a:br/>
            <a:r>
              <a:t>        </a:t>
            </a:r>
            <a:br/>
            <a:r>
              <a:t>        # 2. 初始回答</a:t>
            </a:r>
            <a:br/>
            <a:r>
              <a:t>        answer = self.llm.predict(f"""</a:t>
            </a:r>
            <a:br/>
            <a:r>
              <a:t>        基于以下信息回答问题：</a:t>
            </a:r>
            <a:br/>
            <a:r>
              <a:t>        {context}</a:t>
            </a:r>
            <a:br/>
            <a:r>
              <a:t>        </a:t>
            </a:r>
            <a:br/>
            <a:r>
              <a:t>        问题：{question}</a:t>
            </a:r>
            <a:br/>
            <a:r>
              <a:t>        """)</a:t>
            </a:r>
            <a:br/>
            <a:r>
              <a:t>        </a:t>
            </a:r>
            <a:br/>
            <a:r>
              <a:t>        # 3. 反思检查</a:t>
            </a:r>
            <a:br/>
            <a:r>
              <a:t>        reflection = self.llm.predict(f"""</a:t>
            </a:r>
            <a:br/>
            <a:r>
              <a:t>        问题：{question}</a:t>
            </a:r>
            <a:br/>
            <a:r>
              <a:t>        参考资料：{context}</a:t>
            </a:r>
            <a:br/>
            <a:r>
              <a:t>        生成的答案：{answer}</a:t>
            </a:r>
            <a:br/>
            <a:r>
              <a:t>        </a:t>
            </a:r>
            <a:br/>
            <a:r>
              <a:t>        请检查答案是否：</a:t>
            </a:r>
            <a:br/>
            <a:r>
              <a:t>        1. 完全基于提供的资料</a:t>
            </a:r>
            <a:br/>
            <a:r>
              <a:t>        2. 准确回答了问题</a:t>
            </a:r>
            <a:br/>
            <a:r>
              <a:t>        3. 没有添加资料中不存在的信息</a:t>
            </a:r>
            <a:br/>
            <a:r>
              <a:t>        </a:t>
            </a:r>
            <a:br/>
            <a:r>
              <a:t>        如有问题，请指出并提供改进建议。</a:t>
            </a:r>
            <a:br/>
            <a:r>
              <a:t>        """)</a:t>
            </a:r>
            <a:br/>
            <a:r>
              <a:t>        </a:t>
            </a:r>
            <a:br/>
            <a:r>
              <a:t>        # 4. 如果有问题，改进答案</a:t>
            </a:r>
            <a:br/>
            <a:r>
              <a:t>        if "问题" in reflection or "改进" in reflection:</a:t>
            </a:r>
            <a:br/>
            <a:r>
              <a:t>            answer = self.llm.predict(f"""</a:t>
            </a:r>
            <a:br/>
            <a:r>
              <a:t>            原答案：{answer}</a:t>
            </a:r>
            <a:br/>
            <a:r>
              <a:t>            反思意见：{reflection}</a:t>
            </a:r>
            <a:br/>
            <a:r>
              <a:t>            参考资料：{context}</a:t>
            </a:r>
            <a:br/>
            <a:r>
              <a:t>            </a:t>
            </a:r>
            <a:br/>
            <a:r>
              <a:t>            请根据反思意见改进答案。</a:t>
            </a:r>
            <a:br/>
            <a:r>
              <a:t>            """)</a:t>
            </a:r>
            <a:br/>
            <a:r>
              <a:t>        </a:t>
            </a:r>
            <a:br/>
            <a:r>
              <a:t>        return answer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9. 混合架构：代码示例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t>```python</a:t>
            </a:r>
            <a:br/>
            <a:r>
              <a:t>class PlanningMultiAgentSystem:</a:t>
            </a:r>
            <a:br/>
            <a:r>
              <a:t>    """具有规划能力的多智能体系统"""</a:t>
            </a:r>
            <a:br/>
            <a:r>
              <a:t>    </a:t>
            </a:r>
            <a:br/>
            <a:r>
              <a:t>    def __init__(self, coordinator_llm):</a:t>
            </a:r>
            <a:br/>
            <a:r>
              <a:t>        self.coordinator = coordinator_llm</a:t>
            </a:r>
            <a:br/>
            <a:r>
              <a:t>        self.specialist_agents = {}</a:t>
            </a:r>
            <a:br/>
            <a:r>
              <a:t>    </a:t>
            </a:r>
            <a:br/>
            <a:r>
              <a:t>    def execute_complex_task(self, task: str) -&gt; str:</a:t>
            </a:r>
            <a:br/>
            <a:r>
              <a:t>        # 1. 制定总体计划</a:t>
            </a:r>
            <a:br/>
            <a:r>
              <a:t>        plan = self.coordinator.predict(f"""</a:t>
            </a:r>
            <a:br/>
            <a:r>
              <a:t>        任务：{task}</a:t>
            </a:r>
            <a:br/>
            <a:r>
              <a:t>        可用专家：{list(self.specialist_agents.keys())}</a:t>
            </a:r>
            <a:br/>
            <a:r>
              <a:t>        </a:t>
            </a:r>
            <a:br/>
            <a:r>
              <a:t>        请制定执行计划，指定哪个专家负责哪个子任务。</a:t>
            </a:r>
            <a:br/>
            <a:r>
              <a:t>        """)</a:t>
            </a:r>
            <a:br/>
            <a:r>
              <a:t>        </a:t>
            </a:r>
            <a:br/>
            <a:r>
              <a:t>        # 2. 分配并执行</a:t>
            </a:r>
            <a:br/>
            <a:r>
              <a:t>        results = {}</a:t>
            </a:r>
            <a:br/>
            <a:r>
              <a:t>        for step in parse_plan(plan):</a:t>
            </a:r>
            <a:br/>
            <a:r>
              <a:t>            agent_name = step["agent"]</a:t>
            </a:r>
            <a:br/>
            <a:r>
              <a:t>            subtask = step["task"]</a:t>
            </a:r>
            <a:br/>
            <a:r>
              <a:t>            </a:t>
            </a:r>
            <a:br/>
            <a:r>
              <a:t>            agent = self.specialist_agents[agent_name]</a:t>
            </a:r>
            <a:br/>
            <a:r>
              <a:t>            results[step["id"]] = agent.run(subtask)</a:t>
            </a:r>
            <a:br/>
            <a:r>
              <a:t>        </a:t>
            </a:r>
            <a:br/>
            <a:r>
              <a:t>        # 3. 整合结果</a:t>
            </a:r>
            <a:br/>
            <a:r>
              <a:t>        final_result = self.coordinator.predict(f"""</a:t>
            </a:r>
            <a:br/>
            <a:r>
              <a:t>        任务：{task}</a:t>
            </a:r>
            <a:br/>
            <a:r>
              <a:t>        各部分结果：{results}</a:t>
            </a:r>
            <a:br/>
            <a:r>
              <a:t>        </a:t>
            </a:r>
            <a:br/>
            <a:r>
              <a:t>        请整合所有结果，生成最终输出。</a:t>
            </a:r>
            <a:br/>
            <a:r>
              <a:t>        """)</a:t>
            </a:r>
            <a:br/>
            <a:r>
              <a:t>        </a:t>
            </a:r>
            <a:br/>
            <a:r>
              <a:t>        return final_result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10. 性能优化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子主题：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缓存机制</a:t>
            </a:r>
          </a:p>
          <a:p>
            <a:pPr lvl="1"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- 异步执行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代码示例：本节包含 2 处代码块（后续页展示）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10. 性能优化：代码示例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t>```python</a:t>
            </a:r>
            <a:br/>
            <a:r>
              <a:t>from functools import lru_cache</a:t>
            </a:r>
            <a:br/>
            <a:r>
              <a:t>import hashlib</a:t>
            </a:r>
            <a:br/>
            <a:br/>
            <a:r>
              <a:t>class CachedAgent:</a:t>
            </a:r>
            <a:br/>
            <a:r>
              <a:t>    """带缓存的Agent，避免重复计算"""</a:t>
            </a:r>
            <a:br/>
            <a:r>
              <a:t>    </a:t>
            </a:r>
            <a:br/>
            <a:r>
              <a:t>    def __init__(self, llm):</a:t>
            </a:r>
            <a:br/>
            <a:r>
              <a:t>        self.llm = llm</a:t>
            </a:r>
            <a:br/>
            <a:r>
              <a:t>        self.cache = {}</a:t>
            </a:r>
            <a:br/>
            <a:r>
              <a:t>    </a:t>
            </a:r>
            <a:br/>
            <a:r>
              <a:t>    def run(self, task: str) -&gt; str:</a:t>
            </a:r>
            <a:br/>
            <a:r>
              <a:t>        # 计算任务哈希</a:t>
            </a:r>
            <a:br/>
            <a:r>
              <a:t>        task_hash = hashlib.md5(task.encode()).hexdigest()</a:t>
            </a:r>
            <a:br/>
            <a:r>
              <a:t>        </a:t>
            </a:r>
            <a:br/>
            <a:r>
              <a:t>        # 检查缓存</a:t>
            </a:r>
            <a:br/>
            <a:r>
              <a:t>        if task_hash in self.cache:</a:t>
            </a:r>
            <a:br/>
            <a:r>
              <a:t>            print("从缓存返回")</a:t>
            </a:r>
            <a:br/>
            <a:r>
              <a:t>            return self.cache[task_hash]</a:t>
            </a:r>
            <a:br/>
            <a:r>
              <a:t>        </a:t>
            </a:r>
            <a:br/>
            <a:r>
              <a:t>        # 执行并缓存</a:t>
            </a:r>
            <a:br/>
            <a:r>
              <a:t>        result = self.llm.predict(task)</a:t>
            </a:r>
            <a:br/>
            <a:r>
              <a:t>        self.cache[task_hash] = result</a:t>
            </a:r>
            <a:br/>
            <a:r>
              <a:t>        </a:t>
            </a:r>
            <a:br/>
            <a:r>
              <a:t>        return result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10. 性能优化：代码示例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  <a:latin typeface="Consolas"/>
              </a:defRPr>
            </a:pPr>
            <a:r>
              <a:t>```python</a:t>
            </a:r>
            <a:br/>
            <a:r>
              <a:t>import asyncio</a:t>
            </a:r>
            <a:br/>
            <a:r>
              <a:t>from typing import List</a:t>
            </a:r>
            <a:br/>
            <a:br/>
            <a:r>
              <a:t>class AsyncAgent:</a:t>
            </a:r>
            <a:br/>
            <a:r>
              <a:t>    """支持异步执行的Agent"""</a:t>
            </a:r>
            <a:br/>
            <a:r>
              <a:t>    </a:t>
            </a:r>
            <a:br/>
            <a:r>
              <a:t>    def __init__(self, llm):</a:t>
            </a:r>
            <a:br/>
            <a:r>
              <a:t>        self.llm = llm</a:t>
            </a:r>
            <a:br/>
            <a:r>
              <a:t>    </a:t>
            </a:r>
            <a:br/>
            <a:r>
              <a:t>    async def run_async(self, task: str) -&gt; str:</a:t>
            </a:r>
            <a:br/>
            <a:r>
              <a:t>        """异步执行单个任务"""</a:t>
            </a:r>
            <a:br/>
            <a:r>
              <a:t>        return await self.llm.apredict(task)</a:t>
            </a:r>
            <a:br/>
            <a:r>
              <a:t>    </a:t>
            </a:r>
            <a:br/>
            <a:r>
              <a:t>    async def run_batch(self, tasks: List[str]) -&gt; List[str]:</a:t>
            </a:r>
            <a:br/>
            <a:r>
              <a:t>        """并行执行多个任务"""</a:t>
            </a:r>
            <a:br/>
            <a:r>
              <a:t>        results = await asyncio.gather(*[</a:t>
            </a:r>
            <a:br/>
            <a:r>
              <a:t>            self.run_async(task) for task in tasks</a:t>
            </a:r>
            <a:br/>
            <a:r>
              <a:t>        ])</a:t>
            </a:r>
            <a:br/>
            <a:r>
              <a:t>        return results</a:t>
            </a:r>
            <a:br/>
            <a:br/>
            <a:r>
              <a:t># 使用</a:t>
            </a:r>
            <a:br/>
            <a:r>
              <a:t>agent = AsyncAgent(llm)</a:t>
            </a:r>
            <a:br/>
            <a:r>
              <a:t>results = asyncio.run(agent.run_batch([</a:t>
            </a:r>
            <a:br/>
            <a:r>
              <a:t>    "总结这篇文章...",</a:t>
            </a:r>
            <a:br/>
            <a:r>
              <a:t>    "翻译这段文字...",</a:t>
            </a:r>
            <a:br/>
            <a:r>
              <a:t>    "分析这组数据..."</a:t>
            </a:r>
            <a:br/>
            <a:r>
              <a:t>]))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总结对比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这些方法可以**组合使用**，构建更强大的 Agent 系统。选择哪些方法取决于具体应用场景和需求。</a:t>
            </a:r>
          </a:p>
          <a:p>
            <a:pPr>
              <a:spcAft>
                <a:spcPts val="1000"/>
              </a:spcAft>
              <a:defRPr sz="1800">
                <a:solidFill>
                  <a:srgbClr val="404040"/>
                </a:solidFill>
                <a:latin typeface="Microsoft YaHei"/>
              </a:defRPr>
            </a:pPr>
            <a:r>
              <a:t>表格：本节包含 1 个表格（后续页展示）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总结对比：表格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38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优化方法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主要优势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实现难度</a:t>
                      </a:r>
                    </a:p>
                  </a:txBody>
                  <a:tcPr>
                    <a:solidFill>
                      <a:srgbClr val="336699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知识增强、时效性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需要专业知识的任务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上下文连贯性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多轮对话、个性化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Reflection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输出质量提升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需要高质量输出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复杂任务分解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多步骤任务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Multi-Agent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专业分工协作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复杂综合任务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Self-Improvement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持续优化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长期运行系统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Constitutional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安全性保障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面向用户的应用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Chain-of-Thought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推理能力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逻辑推理任务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04040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