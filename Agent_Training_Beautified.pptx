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Agent 功能扩展开发培训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>
                <a:solidFill>
                  <a:srgbClr val="C8C8C8"/>
                </a:solidFill>
                <a:latin typeface="Microsoft YaHei"/>
              </a:defRPr>
            </a:pPr>
            <a:r>
              <a:t>面向硕士研究生的开发指南</a:t>
            </a:r>
            <a:br/>
            <a:r>
              <a:t>如何为 Agent 添加新工具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系统架构概览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Agent 的核心由三部分组成：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1. Frontend (前端)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用户交互界面，负责展示和收集输入。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2. Backend (后端 - backend_shihua.py)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处理业务逻辑，与大模型 (LLM) 交互。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管理工具注册与分发。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3. MCP Server (工具服务 - mcp_server_shihua.py)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实际执行具体任务的地方。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负责文件操作、仿真计算、外部程序调用等。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开发流程三部曲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要为一个 Agent 添加新功能，通常需要完成以下三个步骤：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Step 1: 在 MCP Server 中实现具体功能函数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编写 Python 代码，实现业务逻辑。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Step 2: 在 Backend 中注册该工具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让 LLM 知道这个工具的存在及其用途。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Step 3: 在 Backend 中配置参数校验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确保用户输入完整，提升用户体验。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Step 1: 实现功能 (mcp_server_shihua.py)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位置: mcp_server_shihua.py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操作: 使用 @mcp.tool() 装饰器定义异步函数。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关键点: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- 函数名应清晰易懂 (如 extract_heights_from_image)。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- 必须包含类型提示 (Type Hints)。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- Docstring (文档字符串) 至关重要！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- 它是 LLM 理解工具用途的唯一途径。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示例代码: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@mcp.tool()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async def my_tool(path: str) -&gt; str: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   '''这是工具的描述'''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  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Step 2: 注册工具 (backend_shihua.py)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位置: backend_shihua.py 中的 TOOLS 列表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操作: 添加一个新的 JSON 对象描述工具。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结构: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- name: 必须与 MCP Server 中的函数名一致。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- description: 详细描述工具功能和参数要求。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- parameters: 定义参数的类型、描述和是否必填。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注意: 这里的 description 会直接作为 Prompt 发送给 LLM。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Step 3: 参数校验 (backend_shihua.py)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位置: backend_shihua.py 中的 REQUIRED_FIELDS 字典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操作: 添加工具名和必填参数列表。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作用: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- 当 LLM 调用工具但参数缺失时，后端会拦截请求。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- 自动触发前端弹出表单，提示用户补充参数。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示例: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REQUIRED_FIELDS = {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   'my_tool': ['path', 'param2']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实战案例: 提取高程数据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1. mcp_server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定义 extract_heights_from_image 函数，调用 opencv 脚本。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2. backend (TOOLS)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添加工具定义，描述 image_path, grid_r, grid_c 参数。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3. backend (REQUIRED)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添加 'extract_heights_from_image': ['image_path']。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结果: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用户输入 '帮我提取这张图的高程' -&gt; Agent 发现缺路径 -&gt; 弹窗让用户填路径 -&gt; 执行提取。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调试与最佳实践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1. 日志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关注 model.log，查看 LLM 的思考过程和工具调用参数。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2. 错误处理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在 MCP 工具中捕获异常，返回清晰的错误信息字符串。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3. Mock 模式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如果依赖外部 EXE，建议先写 Mock (模拟) 返回。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确保流程通畅后再对接真实程序。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4. 路径处理</a:t>
            </a:r>
          </a:p>
          <a:p>
            <a:pPr lvl="1">
              <a:spcAft>
                <a:spcPts val="1400"/>
              </a:spcAft>
              <a:defRPr sz="2000">
                <a:solidFill>
                  <a:srgbClr val="404040"/>
                </a:solidFill>
                <a:latin typeface="Microsoft YaHei"/>
              </a:defRPr>
            </a:pPr>
            <a:r>
              <a:t>   - 始终检查文件路径是否存在，使用绝对路径。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