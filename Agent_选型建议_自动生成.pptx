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选型建议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2000">
                <a:solidFill>
                  <a:srgbClr val="C8C8C8"/>
                </a:solidFill>
                <a:latin typeface="Microsoft YaHei"/>
              </a:defRPr>
            </a:pPr>
            <a:r>
              <a:t>基于项目脚本风格自动生成</a:t>
            </a:r>
            <a:br/>
            <a:r>
              <a:t>（内容来自 Markdown 文档）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下面给你一份“面向研发落地”的选型建议，结合你当前项目形态（Flask + MCP 工具调用 + 业务流程型 Agent，后端 backend.py/mcp_server_shihua.py），重点是：先做哪些、怎么验收、用什么指标量化。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1) 先定目标：你这个项目最该优化什么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要点：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你现在的核心价值是“可靠地调用工具完成流程 + 对项目文档/知识回答一致”。所以优先级通常是：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**工具调用成功率** &gt; **回答正确性/可追溯** &gt; **交互成本（少问、少填表）** &gt; **速度/成本** &gt; “高级智能体玩法”。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2) 推荐落地路线（按性价比排序）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（本节主要为代码示例，PPT 未展开全文）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A. 工具使用优化（必做，1–3 天能见效）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要点：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做什么：工具选择更准、参数更少缺失、错误更可定位（你已经有 REQUIRED_FIELDS 表单兜底，这是很好的基础）。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为什么适合你：你的业务是强工具链，误调用/参数缺失直接导致流程中断。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指标（建议在 model.log 或单独 `metrics.jsonl` 里打点）：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`tool_call_rate`：有工具调用的会话占比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`tool_success_rate`：工具执行成功次数 / 工具执行总次数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`missing_param_rate`：触发表单补参次数 / 工具调用总次数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`tool_retry_rate`：同一工具同一会话重复调用次数（越低越好）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`avg_tool_latency_ms`：工具执行耗时（按工具名分桶）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验收门槛（示例）：`tool_success_rate ≥ 0.90`；`missing_param_rate` 下降 30%。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B. RAG（或“轻量检索”）+ 引用输出（强烈推荐，2–5 天）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要点：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做什么：把 Q&amp;A 这类文档做检索；回答时必须附“来源片段/文件名”，减少幻觉。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为什么适合你：你项目本身有大量内部文档，且用户问“怎么做/为什么”很常见。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指标：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`answer_with_citation_rate`：回答带来源的比例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`retrieval_hit_rate`：检索返回非空的比例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`groundedness_pass_rate`（抽检/规则校验）：回答中的关键结论是否能在检索片段中找到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`deflection_rate`：没找到资料时明确说“不确定/需补充”的比例（宁可拒答也别瞎编）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验收门槛（示例）：`answer_with_citation_rate ≥ 0.80`；抽检 groundedness ≥ 0.90。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C. 输出验证（Validation）/ 反思（Reflection）（推荐，2–4 天）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要点：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做什么：对“最终答复/关键步骤”做一次轻量校验：是否遗漏必填参数、是否给出了下一步、是否包含工具返回的链接图片、是否包含引用等。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为什么适合你：你项目强调流程步骤（step1/2/3），很适合用规则/LLM 二次检查提升稳定性。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指标：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`format_pass_rate`：格式检查通过率（例如必须包含工作路径提示/图片链接必须渲染）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`hallucination_flag_rate`：被校验器判为“超出资料/无依据”的比例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`regression_rate`：上线后关键问题回归比例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验收门槛（示例）：关键约束（图片链接、步骤提示）`pass_rate ≥ 0.95`。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D. 记忆系统（Memory）（按需上，1–3 天）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要点：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做什么：把“工作路径、用户选过的文件名、上覆压力 F”等保存为会话状态；减少重复询问。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为什么适合你：你流程强依赖路径/文件名，重复确认会很烦。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指标：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`repeat_question_rate`：模型重复问同一信息的比例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`turns_to_complete`：完成一次流程的平均对话轮数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`context_token_saving`：通过记忆减少的上下文 token（可估算）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验收门槛（示例）：`turns_to_complete` 降 20%。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E. 规划（Planning）（中等优先，3–7 天）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要点：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做什么：把“建模→转化→边界→仿真→出图”显式规划为状态机/计划表，按结果推进。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为什么适合你：你系统 prompt 已经强制 step1…step5，但模型仍可能跳步或遗漏；规划可以让流程更稳。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指标：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`step_completion_rate`：每个 step 的完成率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`out_of_order_rate`：跳步率/顺序错误率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`flow_abort_rate`：中途失败退出率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验收门槛（示例）：`out_of_order_rate` 降到 &lt; 5%。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F. 多智能体（Multi-Agent）/ 自我改进（Self-Improvement）（后置，成本高）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要点：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适合什么时候上：当你已经把 A–E 做好，仍需要更强的“研究/分析/写作”产出质量。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指标：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`latency_p95` 会明显上升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`cost_per_task` 会明显上升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建议：先别上，除非你明确要“自动写报告/对比方案/复杂分析”。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3) 一套“指标看板”最小实现（你可以先用 JSONL 记录）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建议至少记录这些字段（每次请求一条）：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要点：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`timestamp`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`session_id`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`user_intent`（可选）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`model`（deepseek-chat / deepseek-reasoner）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`tool_name`、`tool_args_present`、`tool_success`、`tool_latency_ms`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`missing_params`（list）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`retrieval_used`、`retrieval_k`、`retrieval_hit`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`answer_has_citation`、`answer_has_next_step`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`total_turns_so_far`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4) 模型选型建议：V3 vs R1（结合你的业务）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要点：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默认用 **DeepSeek-V3（deepseek-chat）**：工具编排、速度、成本更合适。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仅在这些场景切换 **DeepSeek-R1（deepseek-reasoner）**：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需要复杂推理/多约束推导（例如复杂规则冲突排查、复杂算法/公式推导）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指标驱动切换策略（简单规则）：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若 `tool_success_rate` 已高但 `complex_reasoning_fail_rate` 高（比如复杂解释型问题失败），再启用 R1。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若 `p95_latency` 或 `cost_per_task` 超预算，R1 限流或只对白名单问题启用。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5) 推荐你现在就做的“下一步三件事”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如果你同意，我可以直接在你的项目里把“指标打点（JSONL）+ RAG 工具 + 引用强制规则”这三件事改成可运行的代码，并给你一个简单的 `metrics_report.py` 汇总脚本生成统计表。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要点：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- 1）先把“工具调用指标”打点（成功率/缺参率/耗时）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- 2）接入 RAG（哪怕先从 Q&amp;A 的 Markdown 检索开始）并强制“引用来源”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- 3）加一个“输出验证器”（规则优先，必要时再用 LLM 复核）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